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4"/>
  </p:sldMasterIdLst>
  <p:notesMasterIdLst>
    <p:notesMasterId r:id="rId12"/>
  </p:notesMasterIdLst>
  <p:sldIdLst>
    <p:sldId id="354" r:id="rId5"/>
    <p:sldId id="347" r:id="rId6"/>
    <p:sldId id="348" r:id="rId7"/>
    <p:sldId id="349" r:id="rId8"/>
    <p:sldId id="350" r:id="rId9"/>
    <p:sldId id="351" r:id="rId10"/>
    <p:sldId id="352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0D9"/>
    <a:srgbClr val="170091"/>
    <a:srgbClr val="FF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DCC77-0A7A-E986-6DA0-90522E99460E}" v="2" dt="2025-04-16T01:54:41.5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40" autoAdjust="0"/>
    <p:restoredTop sz="95097" autoAdjust="0"/>
  </p:normalViewPr>
  <p:slideViewPr>
    <p:cSldViewPr snapToGrid="0">
      <p:cViewPr varScale="1">
        <p:scale>
          <a:sx n="51" d="100"/>
          <a:sy n="51" d="100"/>
        </p:scale>
        <p:origin x="826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ra.syed@nielseniq.com" userId="S::urn:spo:guest#irra.syed@nielseniq.com::" providerId="AD" clId="Web-{638DCC77-0A7A-E986-6DA0-90522E99460E}"/>
    <pc:docChg chg="modSld">
      <pc:chgData name="irra.syed@nielseniq.com" userId="S::urn:spo:guest#irra.syed@nielseniq.com::" providerId="AD" clId="Web-{638DCC77-0A7A-E986-6DA0-90522E99460E}" dt="2025-04-16T01:54:41.522" v="1" actId="14100"/>
      <pc:docMkLst>
        <pc:docMk/>
      </pc:docMkLst>
      <pc:sldChg chg="modSp">
        <pc:chgData name="irra.syed@nielseniq.com" userId="S::urn:spo:guest#irra.syed@nielseniq.com::" providerId="AD" clId="Web-{638DCC77-0A7A-E986-6DA0-90522E99460E}" dt="2025-04-16T01:54:41.522" v="1" actId="14100"/>
        <pc:sldMkLst>
          <pc:docMk/>
          <pc:sldMk cId="13011376" sldId="314"/>
        </pc:sldMkLst>
        <pc:picChg chg="mod">
          <ac:chgData name="irra.syed@nielseniq.com" userId="S::urn:spo:guest#irra.syed@nielseniq.com::" providerId="AD" clId="Web-{638DCC77-0A7A-E986-6DA0-90522E99460E}" dt="2025-04-16T01:54:41.522" v="1" actId="14100"/>
          <ac:picMkLst>
            <pc:docMk/>
            <pc:sldMk cId="13011376" sldId="314"/>
            <ac:picMk id="1039" creationId="{E3FE1809-BEFD-5D87-7601-8C40C789D0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B1CF7-F0DB-B246-B3EE-4FBBB351B5AF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D2C53-3FDF-5C4D-9CE3-B919A6451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CA5EEFCB-F75A-4A62-A1C2-0F92A18C2B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806" y="-903148"/>
            <a:ext cx="6946785" cy="555742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4C5FBF2-551F-BA33-79B5-AF158EEC36B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223148" y="3389595"/>
            <a:ext cx="6932632" cy="677108"/>
          </a:xfrm>
        </p:spPr>
        <p:txBody>
          <a:bodyPr/>
          <a:lstStyle>
            <a:lvl1pPr>
              <a:defRPr lang="en-US" sz="4400" b="1" spc="-10" dirty="0" smtClean="0">
                <a:solidFill>
                  <a:srgbClr val="1500D9"/>
                </a:solidFill>
                <a:latin typeface="Arial Black" panose="020B0604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Title placeholder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8CF3CD4-D10E-D575-D22F-22145364622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223148" y="4698184"/>
            <a:ext cx="6205720" cy="430887"/>
          </a:xfrm>
        </p:spPr>
        <p:txBody>
          <a:bodyPr/>
          <a:lstStyle>
            <a:lvl1pPr>
              <a:defRPr lang="en-MY" sz="2800" dirty="0">
                <a:solidFill>
                  <a:srgbClr val="FF7900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 placeholder</a:t>
            </a:r>
            <a:endParaRPr lang="en-MY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46D2AD09-E39F-51A3-E8A1-7ED8A1C67B63}"/>
              </a:ext>
            </a:extLst>
          </p:cNvPr>
          <p:cNvSpPr/>
          <p:nvPr userDrawn="1"/>
        </p:nvSpPr>
        <p:spPr>
          <a:xfrm>
            <a:off x="649" y="10356093"/>
            <a:ext cx="20102830" cy="952500"/>
          </a:xfrm>
          <a:custGeom>
            <a:avLst/>
            <a:gdLst/>
            <a:ahLst/>
            <a:cxnLst/>
            <a:rect l="l" t="t" r="r" b="b"/>
            <a:pathLst>
              <a:path w="20102830" h="952500">
                <a:moveTo>
                  <a:pt x="20102791" y="0"/>
                </a:moveTo>
                <a:lnTo>
                  <a:pt x="0" y="0"/>
                </a:lnTo>
                <a:lnTo>
                  <a:pt x="0" y="952463"/>
                </a:lnTo>
                <a:lnTo>
                  <a:pt x="20102791" y="952463"/>
                </a:lnTo>
                <a:lnTo>
                  <a:pt x="20102791" y="0"/>
                </a:lnTo>
                <a:close/>
              </a:path>
            </a:pathLst>
          </a:custGeom>
          <a:solidFill>
            <a:srgbClr val="130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8F021E-1C32-4883-06BB-85ADBA73BEEC}"/>
              </a:ext>
            </a:extLst>
          </p:cNvPr>
          <p:cNvGrpSpPr/>
          <p:nvPr userDrawn="1"/>
        </p:nvGrpSpPr>
        <p:grpSpPr>
          <a:xfrm>
            <a:off x="0" y="325897"/>
            <a:ext cx="1888670" cy="516766"/>
            <a:chOff x="0" y="958109"/>
            <a:chExt cx="1888670" cy="516766"/>
          </a:xfrm>
        </p:grpSpPr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D6C2A36E-91FE-45CA-1611-585F09033EEB}"/>
                </a:ext>
              </a:extLst>
            </p:cNvPr>
            <p:cNvSpPr/>
            <p:nvPr userDrawn="1"/>
          </p:nvSpPr>
          <p:spPr>
            <a:xfrm>
              <a:off x="0" y="958620"/>
              <a:ext cx="1887324" cy="516255"/>
            </a:xfrm>
            <a:custGeom>
              <a:avLst/>
              <a:gdLst/>
              <a:ahLst/>
              <a:cxnLst/>
              <a:rect l="l" t="t" r="r" b="b"/>
              <a:pathLst>
                <a:path w="1780539" h="487044">
                  <a:moveTo>
                    <a:pt x="1780050" y="0"/>
                  </a:moveTo>
                  <a:lnTo>
                    <a:pt x="0" y="0"/>
                  </a:lnTo>
                  <a:lnTo>
                    <a:pt x="0" y="486634"/>
                  </a:lnTo>
                  <a:lnTo>
                    <a:pt x="1780050" y="486634"/>
                  </a:lnTo>
                  <a:lnTo>
                    <a:pt x="1780050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01C3E8E-94F3-FA58-43A6-D7C6DA8350F6}"/>
                </a:ext>
              </a:extLst>
            </p:cNvPr>
            <p:cNvGrpSpPr/>
            <p:nvPr userDrawn="1"/>
          </p:nvGrpSpPr>
          <p:grpSpPr>
            <a:xfrm>
              <a:off x="858870" y="958109"/>
              <a:ext cx="516376" cy="516374"/>
              <a:chOff x="849173" y="1053123"/>
              <a:chExt cx="516376" cy="516374"/>
            </a:xfrm>
          </p:grpSpPr>
          <p:sp>
            <p:nvSpPr>
              <p:cNvPr id="20" name="object 20">
                <a:extLst>
                  <a:ext uri="{FF2B5EF4-FFF2-40B4-BE49-F238E27FC236}">
                    <a16:creationId xmlns:a16="http://schemas.microsoft.com/office/drawing/2014/main" id="{C77C5372-0CF3-7D0F-FB49-9721107554B1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DE47BE48-36D1-3DA4-C9D2-169C53F83013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>
                <a:extLst>
                  <a:ext uri="{FF2B5EF4-FFF2-40B4-BE49-F238E27FC236}">
                    <a16:creationId xmlns:a16="http://schemas.microsoft.com/office/drawing/2014/main" id="{B014DBE8-7D43-CD26-DAC4-009BB8584E03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3" name="object 23">
                <a:extLst>
                  <a:ext uri="{FF2B5EF4-FFF2-40B4-BE49-F238E27FC236}">
                    <a16:creationId xmlns:a16="http://schemas.microsoft.com/office/drawing/2014/main" id="{AEAA71D3-0890-A422-6D2C-78FF195AABAE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124814-302F-01B3-FFDA-8766684AB28A}"/>
                </a:ext>
              </a:extLst>
            </p:cNvPr>
            <p:cNvGrpSpPr/>
            <p:nvPr userDrawn="1"/>
          </p:nvGrpSpPr>
          <p:grpSpPr>
            <a:xfrm flipH="1">
              <a:off x="1372294" y="958109"/>
              <a:ext cx="516376" cy="516374"/>
              <a:chOff x="849173" y="1053123"/>
              <a:chExt cx="516376" cy="516374"/>
            </a:xfrm>
          </p:grpSpPr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3E53F7CA-DB16-9FF1-0C1E-6D87F215773D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46F2726B-5F09-8BA8-D3C6-724C4A1C88EF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F617CB5C-AB58-4284-48E8-5DF5A16D1C28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C8DAC08A-495B-A0F5-5F96-98F6298D9997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2070159-4E41-FF9E-927C-4F44DD858F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276999"/>
          </a:xfrm>
        </p:spPr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‹#›</a:t>
            </a:fld>
            <a:endParaRPr lang="en-MY" dirty="0">
              <a:solidFill>
                <a:schemeClr val="bg1"/>
              </a:solidFill>
            </a:endParaRPr>
          </a:p>
        </p:txBody>
      </p:sp>
      <p:pic>
        <p:nvPicPr>
          <p:cNvPr id="30" name="Picture 29" descr="Logo&#10;&#10;Description automatically generated">
            <a:extLst>
              <a:ext uri="{FF2B5EF4-FFF2-40B4-BE49-F238E27FC236}">
                <a16:creationId xmlns:a16="http://schemas.microsoft.com/office/drawing/2014/main" id="{9F144AA9-754A-AE6A-6FD1-4C5CDCB8D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12DC8-8B81-1278-7048-C6DC7A0B75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491907" y="358121"/>
            <a:ext cx="7900987" cy="492443"/>
          </a:xfrm>
        </p:spPr>
        <p:txBody>
          <a:bodyPr/>
          <a:lstStyle>
            <a:lvl1pPr>
              <a:defRPr lang="en-US" sz="3200" b="0" i="0" dirty="0" smtClean="0">
                <a:solidFill>
                  <a:srgbClr val="1300E2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lvl="0"/>
            <a:r>
              <a:rPr lang="en-US" dirty="0"/>
              <a:t>Title placeholder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9E1E3-A41B-BB41-2378-00394606B28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491907" y="1692317"/>
            <a:ext cx="7024687" cy="430887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Content placeholder</a:t>
            </a:r>
            <a:endParaRPr lang="en-MY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33449"/>
            <a:ext cx="16360140" cy="1403350"/>
          </a:xfrm>
          <a:custGeom>
            <a:avLst/>
            <a:gdLst/>
            <a:ahLst/>
            <a:cxnLst/>
            <a:rect l="l" t="t" r="r" b="b"/>
            <a:pathLst>
              <a:path w="16360140" h="1403350">
                <a:moveTo>
                  <a:pt x="16359606" y="0"/>
                </a:moveTo>
                <a:lnTo>
                  <a:pt x="0" y="0"/>
                </a:lnTo>
                <a:lnTo>
                  <a:pt x="0" y="1403056"/>
                </a:lnTo>
                <a:lnTo>
                  <a:pt x="16359606" y="1403056"/>
                </a:lnTo>
                <a:lnTo>
                  <a:pt x="16359606" y="0"/>
                </a:lnTo>
                <a:close/>
              </a:path>
            </a:pathLst>
          </a:custGeom>
          <a:solidFill>
            <a:srgbClr val="130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6E925B-9B52-1586-00E7-4FB546855C4B}"/>
              </a:ext>
            </a:extLst>
          </p:cNvPr>
          <p:cNvGrpSpPr/>
          <p:nvPr userDrawn="1"/>
        </p:nvGrpSpPr>
        <p:grpSpPr>
          <a:xfrm>
            <a:off x="14959383" y="1036304"/>
            <a:ext cx="2801035" cy="1400812"/>
            <a:chOff x="14959383" y="2221415"/>
            <a:chExt cx="2801035" cy="140081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D84345F-7586-9F61-3673-E2EED54EE448}"/>
                </a:ext>
              </a:extLst>
            </p:cNvPr>
            <p:cNvGrpSpPr/>
            <p:nvPr userDrawn="1"/>
          </p:nvGrpSpPr>
          <p:grpSpPr>
            <a:xfrm>
              <a:off x="16359604" y="2221415"/>
              <a:ext cx="1400814" cy="1400812"/>
              <a:chOff x="16359604" y="2221415"/>
              <a:chExt cx="1400814" cy="1400812"/>
            </a:xfrm>
          </p:grpSpPr>
          <p:sp>
            <p:nvSpPr>
              <p:cNvPr id="17" name="bg object 17"/>
              <p:cNvSpPr/>
              <p:nvPr/>
            </p:nvSpPr>
            <p:spPr>
              <a:xfrm>
                <a:off x="17060852" y="2922665"/>
                <a:ext cx="699135" cy="699135"/>
              </a:xfrm>
              <a:custGeom>
                <a:avLst/>
                <a:gdLst/>
                <a:ahLst/>
                <a:cxnLst/>
                <a:rect l="l" t="t" r="r" b="b"/>
                <a:pathLst>
                  <a:path w="699134" h="699135">
                    <a:moveTo>
                      <a:pt x="698973" y="0"/>
                    </a:moveTo>
                    <a:lnTo>
                      <a:pt x="0" y="698973"/>
                    </a:lnTo>
                    <a:lnTo>
                      <a:pt x="698973" y="698973"/>
                    </a:lnTo>
                    <a:lnTo>
                      <a:pt x="698973" y="0"/>
                    </a:lnTo>
                    <a:close/>
                  </a:path>
                </a:pathLst>
              </a:custGeom>
              <a:solidFill>
                <a:srgbClr val="1500D9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bg object 18"/>
              <p:cNvSpPr/>
              <p:nvPr/>
            </p:nvSpPr>
            <p:spPr>
              <a:xfrm>
                <a:off x="16359608" y="2221417"/>
                <a:ext cx="1400810" cy="1400810"/>
              </a:xfrm>
              <a:custGeom>
                <a:avLst/>
                <a:gdLst/>
                <a:ahLst/>
                <a:cxnLst/>
                <a:rect l="l" t="t" r="r" b="b"/>
                <a:pathLst>
                  <a:path w="1400809" h="1400810">
                    <a:moveTo>
                      <a:pt x="1400219" y="0"/>
                    </a:moveTo>
                    <a:lnTo>
                      <a:pt x="0" y="1400219"/>
                    </a:lnTo>
                    <a:lnTo>
                      <a:pt x="701245" y="1400219"/>
                    </a:lnTo>
                    <a:lnTo>
                      <a:pt x="1400219" y="701245"/>
                    </a:lnTo>
                    <a:lnTo>
                      <a:pt x="1400219" y="0"/>
                    </a:lnTo>
                    <a:close/>
                  </a:path>
                </a:pathLst>
              </a:custGeom>
              <a:solidFill>
                <a:srgbClr val="160094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9" name="bg object 19"/>
              <p:cNvSpPr/>
              <p:nvPr/>
            </p:nvSpPr>
            <p:spPr>
              <a:xfrm>
                <a:off x="16359607" y="2221415"/>
                <a:ext cx="1400810" cy="1400810"/>
              </a:xfrm>
              <a:custGeom>
                <a:avLst/>
                <a:gdLst/>
                <a:ahLst/>
                <a:cxnLst/>
                <a:rect l="l" t="t" r="r" b="b"/>
                <a:pathLst>
                  <a:path w="1400809" h="1400810">
                    <a:moveTo>
                      <a:pt x="1400219" y="0"/>
                    </a:moveTo>
                    <a:lnTo>
                      <a:pt x="701245" y="0"/>
                    </a:lnTo>
                    <a:lnTo>
                      <a:pt x="0" y="701245"/>
                    </a:lnTo>
                    <a:lnTo>
                      <a:pt x="0" y="1400219"/>
                    </a:lnTo>
                    <a:lnTo>
                      <a:pt x="1400219" y="0"/>
                    </a:lnTo>
                    <a:close/>
                  </a:path>
                </a:pathLst>
              </a:custGeom>
              <a:solidFill>
                <a:srgbClr val="1300E2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bg object 20"/>
              <p:cNvSpPr/>
              <p:nvPr/>
            </p:nvSpPr>
            <p:spPr>
              <a:xfrm>
                <a:off x="16359604" y="2221420"/>
                <a:ext cx="701675" cy="701675"/>
              </a:xfrm>
              <a:custGeom>
                <a:avLst/>
                <a:gdLst/>
                <a:ahLst/>
                <a:cxnLst/>
                <a:rect l="l" t="t" r="r" b="b"/>
                <a:pathLst>
                  <a:path w="701675" h="701675">
                    <a:moveTo>
                      <a:pt x="701245" y="0"/>
                    </a:moveTo>
                    <a:lnTo>
                      <a:pt x="0" y="0"/>
                    </a:lnTo>
                    <a:lnTo>
                      <a:pt x="0" y="701245"/>
                    </a:lnTo>
                    <a:lnTo>
                      <a:pt x="701245" y="0"/>
                    </a:lnTo>
                    <a:close/>
                  </a:path>
                </a:pathLst>
              </a:custGeom>
              <a:solidFill>
                <a:srgbClr val="160094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18014B4-2B28-5FD4-5357-C462EE5D9D7D}"/>
                </a:ext>
              </a:extLst>
            </p:cNvPr>
            <p:cNvGrpSpPr/>
            <p:nvPr userDrawn="1"/>
          </p:nvGrpSpPr>
          <p:grpSpPr>
            <a:xfrm>
              <a:off x="14959383" y="2221415"/>
              <a:ext cx="1400814" cy="1400812"/>
              <a:chOff x="14959383" y="2221415"/>
              <a:chExt cx="1400814" cy="1400812"/>
            </a:xfrm>
          </p:grpSpPr>
          <p:sp>
            <p:nvSpPr>
              <p:cNvPr id="21" name="bg object 21"/>
              <p:cNvSpPr/>
              <p:nvPr/>
            </p:nvSpPr>
            <p:spPr>
              <a:xfrm>
                <a:off x="15660630" y="2922665"/>
                <a:ext cx="699135" cy="699135"/>
              </a:xfrm>
              <a:custGeom>
                <a:avLst/>
                <a:gdLst/>
                <a:ahLst/>
                <a:cxnLst/>
                <a:rect l="l" t="t" r="r" b="b"/>
                <a:pathLst>
                  <a:path w="699134" h="699135">
                    <a:moveTo>
                      <a:pt x="698973" y="0"/>
                    </a:moveTo>
                    <a:lnTo>
                      <a:pt x="0" y="698973"/>
                    </a:lnTo>
                    <a:lnTo>
                      <a:pt x="698973" y="698973"/>
                    </a:lnTo>
                    <a:lnTo>
                      <a:pt x="698973" y="0"/>
                    </a:lnTo>
                    <a:close/>
                  </a:path>
                </a:pathLst>
              </a:custGeom>
              <a:solidFill>
                <a:srgbClr val="1300E2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bg object 22"/>
              <p:cNvSpPr/>
              <p:nvPr/>
            </p:nvSpPr>
            <p:spPr>
              <a:xfrm>
                <a:off x="14959387" y="2221417"/>
                <a:ext cx="1400810" cy="1400810"/>
              </a:xfrm>
              <a:custGeom>
                <a:avLst/>
                <a:gdLst/>
                <a:ahLst/>
                <a:cxnLst/>
                <a:rect l="l" t="t" r="r" b="b"/>
                <a:pathLst>
                  <a:path w="1400809" h="1400810">
                    <a:moveTo>
                      <a:pt x="1400219" y="0"/>
                    </a:moveTo>
                    <a:lnTo>
                      <a:pt x="0" y="1400219"/>
                    </a:lnTo>
                    <a:lnTo>
                      <a:pt x="701245" y="1400219"/>
                    </a:lnTo>
                    <a:lnTo>
                      <a:pt x="1400219" y="701245"/>
                    </a:lnTo>
                    <a:lnTo>
                      <a:pt x="1400219" y="0"/>
                    </a:lnTo>
                    <a:close/>
                  </a:path>
                </a:pathLst>
              </a:custGeom>
              <a:solidFill>
                <a:srgbClr val="160094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bg object 23"/>
              <p:cNvSpPr/>
              <p:nvPr/>
            </p:nvSpPr>
            <p:spPr>
              <a:xfrm>
                <a:off x="14959386" y="2221415"/>
                <a:ext cx="1400810" cy="1400810"/>
              </a:xfrm>
              <a:custGeom>
                <a:avLst/>
                <a:gdLst/>
                <a:ahLst/>
                <a:cxnLst/>
                <a:rect l="l" t="t" r="r" b="b"/>
                <a:pathLst>
                  <a:path w="1400809" h="1400810">
                    <a:moveTo>
                      <a:pt x="1400219" y="0"/>
                    </a:moveTo>
                    <a:lnTo>
                      <a:pt x="701245" y="0"/>
                    </a:lnTo>
                    <a:lnTo>
                      <a:pt x="0" y="701245"/>
                    </a:lnTo>
                    <a:lnTo>
                      <a:pt x="0" y="1400219"/>
                    </a:lnTo>
                    <a:lnTo>
                      <a:pt x="1400219" y="0"/>
                    </a:lnTo>
                    <a:close/>
                  </a:path>
                </a:pathLst>
              </a:custGeom>
              <a:solidFill>
                <a:srgbClr val="1300E2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bg object 24"/>
              <p:cNvSpPr/>
              <p:nvPr/>
            </p:nvSpPr>
            <p:spPr>
              <a:xfrm>
                <a:off x="14959383" y="2221420"/>
                <a:ext cx="701675" cy="701675"/>
              </a:xfrm>
              <a:custGeom>
                <a:avLst/>
                <a:gdLst/>
                <a:ahLst/>
                <a:cxnLst/>
                <a:rect l="l" t="t" r="r" b="b"/>
                <a:pathLst>
                  <a:path w="701675" h="701675">
                    <a:moveTo>
                      <a:pt x="701245" y="0"/>
                    </a:moveTo>
                    <a:lnTo>
                      <a:pt x="0" y="0"/>
                    </a:lnTo>
                    <a:lnTo>
                      <a:pt x="0" y="701245"/>
                    </a:lnTo>
                    <a:lnTo>
                      <a:pt x="701245" y="0"/>
                    </a:lnTo>
                    <a:close/>
                  </a:path>
                </a:pathLst>
              </a:custGeom>
              <a:solidFill>
                <a:srgbClr val="160094"/>
              </a:solidFill>
              <a:ln>
                <a:noFill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2C1C240-D071-29D5-5AE6-31FF3B72BA05}"/>
              </a:ext>
            </a:extLst>
          </p:cNvPr>
          <p:cNvGrpSpPr/>
          <p:nvPr userDrawn="1"/>
        </p:nvGrpSpPr>
        <p:grpSpPr>
          <a:xfrm>
            <a:off x="16360155" y="1736216"/>
            <a:ext cx="1400047" cy="700528"/>
            <a:chOff x="16360155" y="2922077"/>
            <a:chExt cx="1400047" cy="700528"/>
          </a:xfrm>
        </p:grpSpPr>
        <p:sp>
          <p:nvSpPr>
            <p:cNvPr id="25" name="bg object 25"/>
            <p:cNvSpPr/>
            <p:nvPr/>
          </p:nvSpPr>
          <p:spPr>
            <a:xfrm>
              <a:off x="17410317" y="3272720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4" h="349885">
                  <a:moveTo>
                    <a:pt x="349507" y="0"/>
                  </a:moveTo>
                  <a:lnTo>
                    <a:pt x="0" y="349507"/>
                  </a:lnTo>
                  <a:lnTo>
                    <a:pt x="349507" y="349507"/>
                  </a:lnTo>
                  <a:lnTo>
                    <a:pt x="349507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bg object 26"/>
            <p:cNvSpPr/>
            <p:nvPr/>
          </p:nvSpPr>
          <p:spPr>
            <a:xfrm>
              <a:off x="17059682" y="2922078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0" y="700146"/>
                  </a:lnTo>
                  <a:lnTo>
                    <a:pt x="350638" y="700146"/>
                  </a:lnTo>
                  <a:lnTo>
                    <a:pt x="700146" y="350638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FF5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bg object 27"/>
            <p:cNvSpPr/>
            <p:nvPr/>
          </p:nvSpPr>
          <p:spPr>
            <a:xfrm>
              <a:off x="17059682" y="2922077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350638" y="0"/>
                  </a:lnTo>
                  <a:lnTo>
                    <a:pt x="0" y="350638"/>
                  </a:lnTo>
                  <a:lnTo>
                    <a:pt x="0" y="700146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160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g object 28"/>
            <p:cNvSpPr/>
            <p:nvPr/>
          </p:nvSpPr>
          <p:spPr>
            <a:xfrm>
              <a:off x="17059678" y="292208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4">
                  <a:moveTo>
                    <a:pt x="350638" y="0"/>
                  </a:moveTo>
                  <a:lnTo>
                    <a:pt x="0" y="0"/>
                  </a:lnTo>
                  <a:lnTo>
                    <a:pt x="0" y="350638"/>
                  </a:lnTo>
                  <a:lnTo>
                    <a:pt x="350638" y="0"/>
                  </a:lnTo>
                  <a:close/>
                </a:path>
              </a:pathLst>
            </a:custGeom>
            <a:solidFill>
              <a:srgbClr val="FF5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g object 29"/>
            <p:cNvSpPr/>
            <p:nvPr/>
          </p:nvSpPr>
          <p:spPr>
            <a:xfrm>
              <a:off x="16710794" y="3272720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4" h="349885">
                  <a:moveTo>
                    <a:pt x="349507" y="0"/>
                  </a:moveTo>
                  <a:lnTo>
                    <a:pt x="0" y="349507"/>
                  </a:lnTo>
                  <a:lnTo>
                    <a:pt x="349507" y="349507"/>
                  </a:lnTo>
                  <a:lnTo>
                    <a:pt x="349507" y="0"/>
                  </a:lnTo>
                  <a:close/>
                </a:path>
              </a:pathLst>
            </a:custGeom>
            <a:solidFill>
              <a:srgbClr val="1600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30"/>
            <p:cNvSpPr/>
            <p:nvPr/>
          </p:nvSpPr>
          <p:spPr>
            <a:xfrm>
              <a:off x="16360159" y="2922078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0" y="700146"/>
                  </a:lnTo>
                  <a:lnTo>
                    <a:pt x="350638" y="700146"/>
                  </a:lnTo>
                  <a:lnTo>
                    <a:pt x="700146" y="350638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FF5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g object 31"/>
            <p:cNvSpPr/>
            <p:nvPr/>
          </p:nvSpPr>
          <p:spPr>
            <a:xfrm>
              <a:off x="16360159" y="2922077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146" y="0"/>
                  </a:moveTo>
                  <a:lnTo>
                    <a:pt x="350638" y="0"/>
                  </a:lnTo>
                  <a:lnTo>
                    <a:pt x="0" y="350638"/>
                  </a:lnTo>
                  <a:lnTo>
                    <a:pt x="0" y="700146"/>
                  </a:lnTo>
                  <a:lnTo>
                    <a:pt x="700146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bg object 32"/>
            <p:cNvSpPr/>
            <p:nvPr/>
          </p:nvSpPr>
          <p:spPr>
            <a:xfrm>
              <a:off x="16360155" y="2922082"/>
              <a:ext cx="351155" cy="351155"/>
            </a:xfrm>
            <a:custGeom>
              <a:avLst/>
              <a:gdLst/>
              <a:ahLst/>
              <a:cxnLst/>
              <a:rect l="l" t="t" r="r" b="b"/>
              <a:pathLst>
                <a:path w="351155" h="351154">
                  <a:moveTo>
                    <a:pt x="350638" y="0"/>
                  </a:moveTo>
                  <a:lnTo>
                    <a:pt x="0" y="0"/>
                  </a:lnTo>
                  <a:lnTo>
                    <a:pt x="0" y="350638"/>
                  </a:lnTo>
                  <a:lnTo>
                    <a:pt x="350638" y="0"/>
                  </a:lnTo>
                  <a:close/>
                </a:path>
              </a:pathLst>
            </a:custGeom>
            <a:solidFill>
              <a:srgbClr val="FF5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Slide Number Placeholder 1">
            <a:extLst>
              <a:ext uri="{FF2B5EF4-FFF2-40B4-BE49-F238E27FC236}">
                <a16:creationId xmlns:a16="http://schemas.microsoft.com/office/drawing/2014/main" id="{7E2B67D2-7FF0-811E-1366-BA8CC45F505C}"/>
              </a:ext>
            </a:extLst>
          </p:cNvPr>
          <p:cNvSpPr>
            <a:spLocks noGrp="1"/>
          </p:cNvSpPr>
          <p:nvPr userDrawn="1">
            <p:ph type="sldNum" sz="quarter" idx="7"/>
          </p:nvPr>
        </p:nvSpPr>
        <p:spPr>
          <a:xfrm>
            <a:off x="14474953" y="10517696"/>
            <a:ext cx="4623943" cy="276999"/>
          </a:xfrm>
        </p:spPr>
        <p:txBody>
          <a:bodyPr/>
          <a:lstStyle/>
          <a:p>
            <a:fld id="{B6F15528-21DE-4FAA-801E-634DDDAF4B2B}" type="slidenum">
              <a:rPr lang="en-MY" smtClean="0">
                <a:solidFill>
                  <a:srgbClr val="1500D9"/>
                </a:solidFill>
              </a:rPr>
              <a:t>‹#›</a:t>
            </a:fld>
            <a:endParaRPr lang="en-MY">
              <a:solidFill>
                <a:srgbClr val="1500D9"/>
              </a:solidFill>
            </a:endParaRPr>
          </a:p>
        </p:txBody>
      </p:sp>
      <p:pic>
        <p:nvPicPr>
          <p:cNvPr id="44" name="Picture 43" descr="Logo&#10;&#10;Description automatically generated">
            <a:extLst>
              <a:ext uri="{FF2B5EF4-FFF2-40B4-BE49-F238E27FC236}">
                <a16:creationId xmlns:a16="http://schemas.microsoft.com/office/drawing/2014/main" id="{21DCA935-478D-739D-96A5-0FEEB301F8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object 2">
            <a:extLst>
              <a:ext uri="{FF2B5EF4-FFF2-40B4-BE49-F238E27FC236}">
                <a16:creationId xmlns:a16="http://schemas.microsoft.com/office/drawing/2014/main" id="{E466CB50-6CC8-80D1-AC56-46F2B5668840}"/>
              </a:ext>
            </a:extLst>
          </p:cNvPr>
          <p:cNvGrpSpPr/>
          <p:nvPr userDrawn="1"/>
        </p:nvGrpSpPr>
        <p:grpSpPr>
          <a:xfrm>
            <a:off x="0" y="635"/>
            <a:ext cx="20104393" cy="11308882"/>
            <a:chOff x="0" y="0"/>
            <a:chExt cx="20104393" cy="11308882"/>
          </a:xfrm>
        </p:grpSpPr>
        <p:sp>
          <p:nvSpPr>
            <p:cNvPr id="27" name="object 3">
              <a:extLst>
                <a:ext uri="{FF2B5EF4-FFF2-40B4-BE49-F238E27FC236}">
                  <a16:creationId xmlns:a16="http://schemas.microsoft.com/office/drawing/2014/main" id="{DC2955B7-791F-DBE2-D9A3-2274249E50EE}"/>
                </a:ext>
              </a:extLst>
            </p:cNvPr>
            <p:cNvSpPr/>
            <p:nvPr/>
          </p:nvSpPr>
          <p:spPr>
            <a:xfrm>
              <a:off x="10052343" y="167"/>
              <a:ext cx="10052050" cy="11308715"/>
            </a:xfrm>
            <a:custGeom>
              <a:avLst/>
              <a:gdLst/>
              <a:ahLst/>
              <a:cxnLst/>
              <a:rect l="l" t="t" r="r" b="b"/>
              <a:pathLst>
                <a:path w="10052050" h="11308715">
                  <a:moveTo>
                    <a:pt x="10051746" y="0"/>
                  </a:moveTo>
                  <a:lnTo>
                    <a:pt x="0" y="0"/>
                  </a:lnTo>
                  <a:lnTo>
                    <a:pt x="0" y="11308388"/>
                  </a:lnTo>
                  <a:lnTo>
                    <a:pt x="10051746" y="11308388"/>
                  </a:lnTo>
                  <a:lnTo>
                    <a:pt x="10051746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8" name="object 4">
              <a:extLst>
                <a:ext uri="{FF2B5EF4-FFF2-40B4-BE49-F238E27FC236}">
                  <a16:creationId xmlns:a16="http://schemas.microsoft.com/office/drawing/2014/main" id="{A279332D-5936-E04C-BD70-10C22D406B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052343" cy="11308556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BD89AC8E-0C51-AF11-F082-E0C38BDC80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2305" y="-846123"/>
            <a:ext cx="3226757" cy="25814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63346-B9E3-25CD-2E7D-CE19D43A17F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223148" y="3389595"/>
            <a:ext cx="6932632" cy="677108"/>
          </a:xfrm>
        </p:spPr>
        <p:txBody>
          <a:bodyPr/>
          <a:lstStyle>
            <a:lvl1pPr>
              <a:defRPr lang="en-US" sz="4400" b="1" spc="-10" dirty="0" smtClean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Title placeholder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598757-34AA-312E-DA8A-0118C1B7900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223148" y="4698184"/>
            <a:ext cx="6205720" cy="430887"/>
          </a:xfrm>
        </p:spPr>
        <p:txBody>
          <a:bodyPr/>
          <a:lstStyle>
            <a:lvl1pPr>
              <a:defRPr lang="en-MY" sz="2800" dirty="0">
                <a:solidFill>
                  <a:srgbClr val="FF7900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/>
              <a:t>Subtitle placeholder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4784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r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D7E166FB-6E24-F2EF-9262-16A08C39D9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D19C75-5423-9FD7-1D8B-03F14150AD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2305" y="-846123"/>
            <a:ext cx="3226757" cy="258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6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r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C1BD6B6B-7EF3-1EC7-6137-25986D82CD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reaker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Logo&#10;&#10;Description automatically generated">
            <a:extLst>
              <a:ext uri="{FF2B5EF4-FFF2-40B4-BE49-F238E27FC236}">
                <a16:creationId xmlns:a16="http://schemas.microsoft.com/office/drawing/2014/main" id="{A15F49F6-2633-4313-E922-9AE96033D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0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AFF65B71-2FEF-AF50-35A7-58EAA234E018}"/>
              </a:ext>
            </a:extLst>
          </p:cNvPr>
          <p:cNvSpPr/>
          <p:nvPr userDrawn="1"/>
        </p:nvSpPr>
        <p:spPr>
          <a:xfrm>
            <a:off x="0" y="6276018"/>
            <a:ext cx="20104100" cy="5033010"/>
          </a:xfrm>
          <a:custGeom>
            <a:avLst/>
            <a:gdLst/>
            <a:ahLst/>
            <a:cxnLst/>
            <a:rect l="l" t="t" r="r" b="b"/>
            <a:pathLst>
              <a:path w="20104100" h="5033009">
                <a:moveTo>
                  <a:pt x="20104099" y="0"/>
                </a:moveTo>
                <a:lnTo>
                  <a:pt x="0" y="0"/>
                </a:lnTo>
                <a:lnTo>
                  <a:pt x="0" y="5032537"/>
                </a:lnTo>
                <a:lnTo>
                  <a:pt x="20104099" y="5032537"/>
                </a:lnTo>
                <a:lnTo>
                  <a:pt x="20104099" y="0"/>
                </a:lnTo>
                <a:close/>
              </a:path>
            </a:pathLst>
          </a:custGeom>
          <a:solidFill>
            <a:srgbClr val="97B4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Picture 21" descr="Logo&#10;&#10;Description automatically generated">
            <a:extLst>
              <a:ext uri="{FF2B5EF4-FFF2-40B4-BE49-F238E27FC236}">
                <a16:creationId xmlns:a16="http://schemas.microsoft.com/office/drawing/2014/main" id="{BA05FB47-7303-F20F-0E61-C6ACCA3A5F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47EBB95-7DEA-6596-7919-16C2F7BD3080}"/>
              </a:ext>
            </a:extLst>
          </p:cNvPr>
          <p:cNvGrpSpPr/>
          <p:nvPr userDrawn="1"/>
        </p:nvGrpSpPr>
        <p:grpSpPr>
          <a:xfrm>
            <a:off x="0" y="325897"/>
            <a:ext cx="1888670" cy="516766"/>
            <a:chOff x="0" y="958109"/>
            <a:chExt cx="1888670" cy="516766"/>
          </a:xfrm>
        </p:grpSpPr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B7873FF6-2CEB-505E-B10A-A5B2F9693B60}"/>
                </a:ext>
              </a:extLst>
            </p:cNvPr>
            <p:cNvSpPr/>
            <p:nvPr userDrawn="1"/>
          </p:nvSpPr>
          <p:spPr>
            <a:xfrm>
              <a:off x="0" y="958620"/>
              <a:ext cx="1887324" cy="516255"/>
            </a:xfrm>
            <a:custGeom>
              <a:avLst/>
              <a:gdLst/>
              <a:ahLst/>
              <a:cxnLst/>
              <a:rect l="l" t="t" r="r" b="b"/>
              <a:pathLst>
                <a:path w="1780539" h="487044">
                  <a:moveTo>
                    <a:pt x="1780050" y="0"/>
                  </a:moveTo>
                  <a:lnTo>
                    <a:pt x="0" y="0"/>
                  </a:lnTo>
                  <a:lnTo>
                    <a:pt x="0" y="486634"/>
                  </a:lnTo>
                  <a:lnTo>
                    <a:pt x="1780050" y="486634"/>
                  </a:lnTo>
                  <a:lnTo>
                    <a:pt x="1780050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DF8A078-0EBA-7813-206C-573520590107}"/>
                </a:ext>
              </a:extLst>
            </p:cNvPr>
            <p:cNvGrpSpPr/>
            <p:nvPr userDrawn="1"/>
          </p:nvGrpSpPr>
          <p:grpSpPr>
            <a:xfrm>
              <a:off x="858870" y="958109"/>
              <a:ext cx="516376" cy="516374"/>
              <a:chOff x="849173" y="1053123"/>
              <a:chExt cx="516376" cy="516374"/>
            </a:xfrm>
          </p:grpSpPr>
          <p:sp>
            <p:nvSpPr>
              <p:cNvPr id="24" name="object 20">
                <a:extLst>
                  <a:ext uri="{FF2B5EF4-FFF2-40B4-BE49-F238E27FC236}">
                    <a16:creationId xmlns:a16="http://schemas.microsoft.com/office/drawing/2014/main" id="{28B42E51-8E4A-1EBA-DAEC-0056E643FF26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1">
                <a:extLst>
                  <a:ext uri="{FF2B5EF4-FFF2-40B4-BE49-F238E27FC236}">
                    <a16:creationId xmlns:a16="http://schemas.microsoft.com/office/drawing/2014/main" id="{7ADCE679-71DC-8A21-96BC-F34EA26DA8B9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2">
                <a:extLst>
                  <a:ext uri="{FF2B5EF4-FFF2-40B4-BE49-F238E27FC236}">
                    <a16:creationId xmlns:a16="http://schemas.microsoft.com/office/drawing/2014/main" id="{3D5A1F41-60DE-06AD-4504-47747FC6CC7B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7" name="object 23">
                <a:extLst>
                  <a:ext uri="{FF2B5EF4-FFF2-40B4-BE49-F238E27FC236}">
                    <a16:creationId xmlns:a16="http://schemas.microsoft.com/office/drawing/2014/main" id="{42206135-C0C7-9FDB-7E9C-58469125EA94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AF932E5-7449-FE42-6D4B-3D9D34F1D6FE}"/>
                </a:ext>
              </a:extLst>
            </p:cNvPr>
            <p:cNvGrpSpPr/>
            <p:nvPr userDrawn="1"/>
          </p:nvGrpSpPr>
          <p:grpSpPr>
            <a:xfrm flipH="1">
              <a:off x="1372294" y="958109"/>
              <a:ext cx="516376" cy="516374"/>
              <a:chOff x="849173" y="1053123"/>
              <a:chExt cx="516376" cy="516374"/>
            </a:xfrm>
          </p:grpSpPr>
          <p:sp>
            <p:nvSpPr>
              <p:cNvPr id="19" name="object 20">
                <a:extLst>
                  <a:ext uri="{FF2B5EF4-FFF2-40B4-BE49-F238E27FC236}">
                    <a16:creationId xmlns:a16="http://schemas.microsoft.com/office/drawing/2014/main" id="{0AC777DA-8DC6-9785-C88B-D2BA54F5033C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1">
                <a:extLst>
                  <a:ext uri="{FF2B5EF4-FFF2-40B4-BE49-F238E27FC236}">
                    <a16:creationId xmlns:a16="http://schemas.microsoft.com/office/drawing/2014/main" id="{11ABCAEE-2FEF-452D-24EF-384F9A40D0A9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2">
                <a:extLst>
                  <a:ext uri="{FF2B5EF4-FFF2-40B4-BE49-F238E27FC236}">
                    <a16:creationId xmlns:a16="http://schemas.microsoft.com/office/drawing/2014/main" id="{304E2FEF-4074-3B77-3964-344D0BCC06A0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3" name="object 23">
                <a:extLst>
                  <a:ext uri="{FF2B5EF4-FFF2-40B4-BE49-F238E27FC236}">
                    <a16:creationId xmlns:a16="http://schemas.microsoft.com/office/drawing/2014/main" id="{A96D4836-4F5C-FEC3-4534-DBA866C324AF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194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8FF4D996-46E0-F43E-3071-82162457D8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188D44F-2A19-0710-82F9-37747749B592}"/>
              </a:ext>
            </a:extLst>
          </p:cNvPr>
          <p:cNvGrpSpPr/>
          <p:nvPr userDrawn="1"/>
        </p:nvGrpSpPr>
        <p:grpSpPr>
          <a:xfrm>
            <a:off x="0" y="325897"/>
            <a:ext cx="1888670" cy="516766"/>
            <a:chOff x="0" y="958109"/>
            <a:chExt cx="1888670" cy="516766"/>
          </a:xfrm>
        </p:grpSpPr>
        <p:sp>
          <p:nvSpPr>
            <p:cNvPr id="3" name="object 19">
              <a:extLst>
                <a:ext uri="{FF2B5EF4-FFF2-40B4-BE49-F238E27FC236}">
                  <a16:creationId xmlns:a16="http://schemas.microsoft.com/office/drawing/2014/main" id="{7EEE1073-DCD6-BFB8-AC60-270395A54F9F}"/>
                </a:ext>
              </a:extLst>
            </p:cNvPr>
            <p:cNvSpPr/>
            <p:nvPr userDrawn="1"/>
          </p:nvSpPr>
          <p:spPr>
            <a:xfrm>
              <a:off x="0" y="958620"/>
              <a:ext cx="1887324" cy="516255"/>
            </a:xfrm>
            <a:custGeom>
              <a:avLst/>
              <a:gdLst/>
              <a:ahLst/>
              <a:cxnLst/>
              <a:rect l="l" t="t" r="r" b="b"/>
              <a:pathLst>
                <a:path w="1780539" h="487044">
                  <a:moveTo>
                    <a:pt x="1780050" y="0"/>
                  </a:moveTo>
                  <a:lnTo>
                    <a:pt x="0" y="0"/>
                  </a:lnTo>
                  <a:lnTo>
                    <a:pt x="0" y="486634"/>
                  </a:lnTo>
                  <a:lnTo>
                    <a:pt x="1780050" y="486634"/>
                  </a:lnTo>
                  <a:lnTo>
                    <a:pt x="1780050" y="0"/>
                  </a:lnTo>
                  <a:close/>
                </a:path>
              </a:pathLst>
            </a:custGeom>
            <a:solidFill>
              <a:srgbClr val="1300E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25663A6-4A25-9C65-BE16-D58A24C57339}"/>
                </a:ext>
              </a:extLst>
            </p:cNvPr>
            <p:cNvGrpSpPr/>
            <p:nvPr userDrawn="1"/>
          </p:nvGrpSpPr>
          <p:grpSpPr>
            <a:xfrm>
              <a:off x="858870" y="958109"/>
              <a:ext cx="516376" cy="516374"/>
              <a:chOff x="849173" y="1053123"/>
              <a:chExt cx="516376" cy="516374"/>
            </a:xfrm>
          </p:grpSpPr>
          <p:sp>
            <p:nvSpPr>
              <p:cNvPr id="22" name="object 20">
                <a:extLst>
                  <a:ext uri="{FF2B5EF4-FFF2-40B4-BE49-F238E27FC236}">
                    <a16:creationId xmlns:a16="http://schemas.microsoft.com/office/drawing/2014/main" id="{39934347-9028-0F1A-947F-7A73EF355083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1">
                <a:extLst>
                  <a:ext uri="{FF2B5EF4-FFF2-40B4-BE49-F238E27FC236}">
                    <a16:creationId xmlns:a16="http://schemas.microsoft.com/office/drawing/2014/main" id="{3010719E-48C8-2CEF-A7A4-77BD3D4F34D5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2">
                <a:extLst>
                  <a:ext uri="{FF2B5EF4-FFF2-40B4-BE49-F238E27FC236}">
                    <a16:creationId xmlns:a16="http://schemas.microsoft.com/office/drawing/2014/main" id="{4D28CCBA-D12D-96C3-ADD7-1C64848C457D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6" name="object 23">
                <a:extLst>
                  <a:ext uri="{FF2B5EF4-FFF2-40B4-BE49-F238E27FC236}">
                    <a16:creationId xmlns:a16="http://schemas.microsoft.com/office/drawing/2014/main" id="{9696A8E6-E1FA-BD90-5C30-1A61450CF2CC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686986-D8DC-1B6E-046F-B8F6CA8BEF7B}"/>
                </a:ext>
              </a:extLst>
            </p:cNvPr>
            <p:cNvGrpSpPr/>
            <p:nvPr userDrawn="1"/>
          </p:nvGrpSpPr>
          <p:grpSpPr>
            <a:xfrm flipH="1">
              <a:off x="1372294" y="958109"/>
              <a:ext cx="516376" cy="516374"/>
              <a:chOff x="849173" y="1053123"/>
              <a:chExt cx="516376" cy="516374"/>
            </a:xfrm>
          </p:grpSpPr>
          <p:sp>
            <p:nvSpPr>
              <p:cNvPr id="6" name="object 20">
                <a:extLst>
                  <a:ext uri="{FF2B5EF4-FFF2-40B4-BE49-F238E27FC236}">
                    <a16:creationId xmlns:a16="http://schemas.microsoft.com/office/drawing/2014/main" id="{C74F06D2-6B6B-C248-0D5F-3FC14E07DF6C}"/>
                  </a:ext>
                </a:extLst>
              </p:cNvPr>
              <p:cNvSpPr/>
              <p:nvPr/>
            </p:nvSpPr>
            <p:spPr>
              <a:xfrm>
                <a:off x="849181" y="105312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0"/>
                    </a:lnTo>
                    <a:lnTo>
                      <a:pt x="0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21">
                <a:extLst>
                  <a:ext uri="{FF2B5EF4-FFF2-40B4-BE49-F238E27FC236}">
                    <a16:creationId xmlns:a16="http://schemas.microsoft.com/office/drawing/2014/main" id="{F95A3D12-7F84-B2B2-08D1-C87882F4DDF7}"/>
                  </a:ext>
                </a:extLst>
              </p:cNvPr>
              <p:cNvSpPr/>
              <p:nvPr/>
            </p:nvSpPr>
            <p:spPr>
              <a:xfrm>
                <a:off x="849181" y="1053123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23" y="0"/>
                    </a:moveTo>
                    <a:lnTo>
                      <a:pt x="243311" y="0"/>
                    </a:lnTo>
                    <a:lnTo>
                      <a:pt x="0" y="243311"/>
                    </a:lnTo>
                    <a:lnTo>
                      <a:pt x="0" y="486634"/>
                    </a:lnTo>
                    <a:lnTo>
                      <a:pt x="486623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22">
                <a:extLst>
                  <a:ext uri="{FF2B5EF4-FFF2-40B4-BE49-F238E27FC236}">
                    <a16:creationId xmlns:a16="http://schemas.microsoft.com/office/drawing/2014/main" id="{66DA927F-AAD5-B42D-54A6-7C2F3260B77B}"/>
                  </a:ext>
                </a:extLst>
              </p:cNvPr>
              <p:cNvSpPr/>
              <p:nvPr/>
            </p:nvSpPr>
            <p:spPr>
              <a:xfrm>
                <a:off x="849173" y="1053126"/>
                <a:ext cx="516255" cy="516255"/>
              </a:xfrm>
              <a:custGeom>
                <a:avLst/>
                <a:gdLst/>
                <a:ahLst/>
                <a:cxnLst/>
                <a:rect l="l" t="t" r="r" b="b"/>
                <a:pathLst>
                  <a:path w="487044" h="487044">
                    <a:moveTo>
                      <a:pt x="486634" y="0"/>
                    </a:moveTo>
                    <a:lnTo>
                      <a:pt x="0" y="486623"/>
                    </a:lnTo>
                    <a:lnTo>
                      <a:pt x="243322" y="486623"/>
                    </a:lnTo>
                    <a:lnTo>
                      <a:pt x="486634" y="243311"/>
                    </a:lnTo>
                    <a:lnTo>
                      <a:pt x="486634" y="0"/>
                    </a:lnTo>
                    <a:close/>
                  </a:path>
                </a:pathLst>
              </a:custGeom>
              <a:solidFill>
                <a:srgbClr val="1700E7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10C5A90C-E939-C42A-5528-D3DA3D54760F}"/>
                  </a:ext>
                </a:extLst>
              </p:cNvPr>
              <p:cNvSpPr/>
              <p:nvPr/>
            </p:nvSpPr>
            <p:spPr>
              <a:xfrm>
                <a:off x="1107085" y="1311033"/>
                <a:ext cx="258464" cy="258464"/>
              </a:xfrm>
              <a:custGeom>
                <a:avLst/>
                <a:gdLst/>
                <a:ahLst/>
                <a:cxnLst/>
                <a:rect l="l" t="t" r="r" b="b"/>
                <a:pathLst>
                  <a:path w="243840" h="243840">
                    <a:moveTo>
                      <a:pt x="243311" y="0"/>
                    </a:moveTo>
                    <a:lnTo>
                      <a:pt x="0" y="243311"/>
                    </a:lnTo>
                    <a:lnTo>
                      <a:pt x="243311" y="243311"/>
                    </a:lnTo>
                    <a:lnTo>
                      <a:pt x="243311" y="0"/>
                    </a:lnTo>
                    <a:close/>
                  </a:path>
                </a:pathLst>
              </a:custGeom>
              <a:solidFill>
                <a:srgbClr val="FF5D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727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36A0098-2D56-EF59-4B1F-FEF26348C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E8116F-CA4C-2462-18DC-BE3E8B4E4D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2305" y="-846123"/>
            <a:ext cx="3226757" cy="258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6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F3A9F4-A73D-8B88-8A7D-A193313AD5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2305" y="-846123"/>
            <a:ext cx="3226757" cy="2581405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A95B7A2-C9CF-4DC7-D38B-CE6C378BA1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7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CCB2ECF6-993C-DE06-6326-2FCA64AB9E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C6EE02-5975-88E0-6656-A2B94BDE36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2305" y="-846123"/>
            <a:ext cx="3226757" cy="258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84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359162A-D459-FB0B-CA3E-C9993DAADA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05" y="-846123"/>
            <a:ext cx="3226757" cy="258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371EAAB-AD8E-51A4-AD68-7F9CD12FB3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9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6763" y="799029"/>
            <a:ext cx="12318370" cy="842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50" b="0" i="0">
                <a:solidFill>
                  <a:srgbClr val="1300E2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9759" y="2498897"/>
            <a:ext cx="16544580" cy="659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05003B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3B053-E41F-034A-8DDD-768FDFC17613}" type="datetime1">
              <a:rPr lang="en-MY" smtClean="0"/>
              <a:t>11/3/2026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4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E8D4C-A3E9-CF6B-A634-C4B2851A11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4D00-C231-1BAC-D2A5-141DC6E5022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398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7C093-A2E9-8D88-0A32-82AEF49386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1</a:t>
            </a:fld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4A26F-C53D-CE5C-65BB-568A4B93E5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5FB61-8E2D-410B-C5B5-4143ED8E2E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4138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4D42-BADA-5B05-FF62-887E0873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3CDB25-E1D3-FA97-A28E-74CC87F989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2</a:t>
            </a:fld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0DF3-6D49-6B96-ACC1-6D7B80A939B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2B322-37DB-9EB1-0603-5323233120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6959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D883-B245-7E72-2D63-F5285E2E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C02E2B-6078-AE2B-3603-3B3447C617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3</a:t>
            </a:fld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85C1D-7551-3F83-B4F4-CFCE8C3316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F4B09-2449-5709-D203-C2ACD0DE652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926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2675E-D6AA-1A23-AD6B-F0C69072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9A644-2AD0-AC55-F455-36E387BA72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4</a:t>
            </a:fld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2DF9E-F1A0-830F-728A-1FFD4D3BEE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0F2E2-D1C2-BD64-67A9-D3EC35A409C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772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35A6-DDDF-F8A5-80CA-BBF05DB5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DD083-BC88-366E-9D04-599757A18A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5</a:t>
            </a:fld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FDA82-6298-559B-6998-B9F742C7F3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9ED4D-95CA-E94D-B8D5-EA16513C9B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863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F546-7D12-A286-AAAD-A515967EE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160B45-1288-C946-BC94-506729F184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MY" smtClean="0">
                <a:solidFill>
                  <a:schemeClr val="bg1"/>
                </a:solidFill>
              </a:rPr>
              <a:t>6</a:t>
            </a:fld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44C6-F8B4-9915-521C-BE3F6141F2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A01B-1A24-FEBA-4937-1DC2AA16C28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6232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251A0DD0A77B4FA4B382702A42E782" ma:contentTypeVersion="20" ma:contentTypeDescription="Create a new document." ma:contentTypeScope="" ma:versionID="826a6b8a16673c7e2d43e661c3c2c4de">
  <xsd:schema xmlns:xsd="http://www.w3.org/2001/XMLSchema" xmlns:xs="http://www.w3.org/2001/XMLSchema" xmlns:p="http://schemas.microsoft.com/office/2006/metadata/properties" xmlns:ns2="22150af8-2c9a-450b-b521-a068fc3c92bd" xmlns:ns3="35e651f9-793f-4312-ae92-7f999fad73ab" targetNamespace="http://schemas.microsoft.com/office/2006/metadata/properties" ma:root="true" ma:fieldsID="be0a201336443f390dd15968bc518ad7" ns2:_="" ns3:_="">
    <xsd:import namespace="22150af8-2c9a-450b-b521-a068fc3c92bd"/>
    <xsd:import namespace="35e651f9-793f-4312-ae92-7f999fad73a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x0031_0_x002e_ChapGohMei" minOccurs="0"/>
                <xsd:element ref="ns3:Number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50af8-2c9a-450b-b521-a068fc3c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0870f34-6c4f-49d1-a819-03ba646221d5}" ma:internalName="TaxCatchAll" ma:showField="CatchAllData" ma:web="22150af8-2c9a-450b-b521-a068fc3c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e651f9-793f-4312-ae92-7f999fad73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f47e7f3-05cb-4208-ad63-93db68b5b2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0031_0_x002e_ChapGohMei" ma:index="24" nillable="true" ma:displayName="10. Chap Goh Mei" ma:format="Dropdown" ma:internalName="_x0031_0_x002e_ChapGohMei">
      <xsd:simpleType>
        <xsd:restriction base="dms:Text">
          <xsd:maxLength value="255"/>
        </xsd:restriction>
      </xsd:simpleType>
    </xsd:element>
    <xsd:element name="Number" ma:index="25" nillable="true" ma:displayName="Number" ma:format="Dropdown" ma:internalName="Number" ma:percentage="FALSE">
      <xsd:simpleType>
        <xsd:restriction base="dms:Number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031_0_x002e_ChapGohMei xmlns="35e651f9-793f-4312-ae92-7f999fad73ab" xsi:nil="true"/>
    <Number xmlns="35e651f9-793f-4312-ae92-7f999fad73ab" xsi:nil="true"/>
    <TaxCatchAll xmlns="22150af8-2c9a-450b-b521-a068fc3c92bd" xsi:nil="true"/>
    <lcf76f155ced4ddcb4097134ff3c332f xmlns="35e651f9-793f-4312-ae92-7f999fad73ab">
      <Terms xmlns="http://schemas.microsoft.com/office/infopath/2007/PartnerControls"/>
    </lcf76f155ced4ddcb4097134ff3c332f>
    <SharedWithUsers xmlns="22150af8-2c9a-450b-b521-a068fc3c92bd">
      <UserInfo>
        <DisplayName/>
        <AccountId xsi:nil="true"/>
        <AccountType/>
      </UserInfo>
    </SharedWithUsers>
    <MediaLengthInSeconds xmlns="35e651f9-793f-4312-ae92-7f999fad73ab" xsi:nil="true"/>
  </documentManagement>
</p:properties>
</file>

<file path=customXml/itemProps1.xml><?xml version="1.0" encoding="utf-8"?>
<ds:datastoreItem xmlns:ds="http://schemas.openxmlformats.org/officeDocument/2006/customXml" ds:itemID="{6AA4BC76-E1EF-4E16-A7A9-437744E8D4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50af8-2c9a-450b-b521-a068fc3c92bd"/>
    <ds:schemaRef ds:uri="35e651f9-793f-4312-ae92-7f999fad73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6029B-5488-44E8-82E9-63D4661124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BFD6F2-3D17-43CC-9112-DD78A27F3E92}">
  <ds:schemaRefs>
    <ds:schemaRef ds:uri="http://www.w3.org/XML/1998/namespace"/>
    <ds:schemaRef ds:uri="http://purl.org/dc/terms/"/>
    <ds:schemaRef ds:uri="35e651f9-793f-4312-ae92-7f999fad73ab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2150af8-2c9a-450b-b521-a068fc3c92bd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10341</TotalTime>
  <Words>6</Words>
  <Application>Microsoft Office PowerPoint</Application>
  <PresentationFormat>Custom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Riyren Lam</dc:creator>
  <cp:lastModifiedBy>Nurfarah Fa'iqah Binti Daud</cp:lastModifiedBy>
  <cp:revision>109</cp:revision>
  <dcterms:created xsi:type="dcterms:W3CDTF">2022-08-23T07:05:45Z</dcterms:created>
  <dcterms:modified xsi:type="dcterms:W3CDTF">2026-03-11T04:01:53Z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2022-08-18T00:00:00Z</vt:filetime>
  </property>
  <property fmtid="{D5CDD505-2E9C-101B-9397-08002B2CF9AE}" pid="3" name="Creator">
    <vt:lpwstr>Adobe Illustrator 26.3 (Macintosh)</vt:lpwstr>
  </property>
  <property fmtid="{D5CDD505-2E9C-101B-9397-08002B2CF9AE}" pid="4" name="LastSaved">
    <vt:filetime>2022-08-23T00:00:00Z</vt:filetime>
  </property>
  <property fmtid="{D5CDD505-2E9C-101B-9397-08002B2CF9AE}" pid="5" name="Producer">
    <vt:lpwstr>Adobe PDF library 16.07</vt:lpwstr>
  </property>
  <property fmtid="{D5CDD505-2E9C-101B-9397-08002B2CF9AE}" pid="6" name="ContentTypeId">
    <vt:lpwstr>0x01010063251A0DD0A77B4FA4B382702A42E782</vt:lpwstr>
  </property>
  <property fmtid="{D5CDD505-2E9C-101B-9397-08002B2CF9AE}" pid="7" name="Order">
    <vt:r8>675200</vt:r8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_ColorHex">
    <vt:lpwstr/>
  </property>
  <property fmtid="{D5CDD505-2E9C-101B-9397-08002B2CF9AE}" pid="11" name="_Emoji">
    <vt:lpwstr/>
  </property>
  <property fmtid="{D5CDD505-2E9C-101B-9397-08002B2CF9AE}" pid="12" name="ComplianceAssetId">
    <vt:lpwstr/>
  </property>
  <property fmtid="{D5CDD505-2E9C-101B-9397-08002B2CF9AE}" pid="13" name="_ExtendedDescription">
    <vt:lpwstr/>
  </property>
  <property fmtid="{D5CDD505-2E9C-101B-9397-08002B2CF9AE}" pid="14" name="_ColorTag">
    <vt:lpwstr/>
  </property>
  <property fmtid="{D5CDD505-2E9C-101B-9397-08002B2CF9AE}" pid="15" name="TriggerFlowInfo">
    <vt:lpwstr/>
  </property>
</Properties>
</file>