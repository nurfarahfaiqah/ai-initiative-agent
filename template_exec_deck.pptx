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4"/>
  </p:sldMasterIdLst>
  <p:notesMasterIdLst>
    <p:notesMasterId r:id="rId12"/>
  </p:notesMasterIdLst>
  <p:sldIdLst>
    <p:sldId id="292" r:id="rId5"/>
    <p:sldId id="334" r:id="rId6"/>
    <p:sldId id="304" r:id="rId7"/>
    <p:sldId id="335" r:id="rId8"/>
    <p:sldId id="336" r:id="rId9"/>
    <p:sldId id="337" r:id="rId10"/>
    <p:sldId id="338" r:id="rId11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00D9"/>
    <a:srgbClr val="170091"/>
    <a:srgbClr val="FF5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8DCC77-0A7A-E986-6DA0-90522E99460E}" v="2" dt="2025-04-16T01:54:41.52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940" autoAdjust="0"/>
    <p:restoredTop sz="95097" autoAdjust="0"/>
  </p:normalViewPr>
  <p:slideViewPr>
    <p:cSldViewPr snapToGrid="0">
      <p:cViewPr varScale="1">
        <p:scale>
          <a:sx n="51" d="100"/>
          <a:sy n="51" d="100"/>
        </p:scale>
        <p:origin x="826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rra.syed@nielseniq.com" userId="S::urn:spo:guest#irra.syed@nielseniq.com::" providerId="AD" clId="Web-{638DCC77-0A7A-E986-6DA0-90522E99460E}"/>
    <pc:docChg chg="modSld">
      <pc:chgData name="irra.syed@nielseniq.com" userId="S::urn:spo:guest#irra.syed@nielseniq.com::" providerId="AD" clId="Web-{638DCC77-0A7A-E986-6DA0-90522E99460E}" dt="2025-04-16T01:54:41.522" v="1" actId="14100"/>
      <pc:docMkLst>
        <pc:docMk/>
      </pc:docMkLst>
      <pc:sldChg chg="modSp">
        <pc:chgData name="irra.syed@nielseniq.com" userId="S::urn:spo:guest#irra.syed@nielseniq.com::" providerId="AD" clId="Web-{638DCC77-0A7A-E986-6DA0-90522E99460E}" dt="2025-04-16T01:54:41.522" v="1" actId="14100"/>
        <pc:sldMkLst>
          <pc:docMk/>
          <pc:sldMk cId="13011376" sldId="314"/>
        </pc:sldMkLst>
        <pc:picChg chg="mod">
          <ac:chgData name="irra.syed@nielseniq.com" userId="S::urn:spo:guest#irra.syed@nielseniq.com::" providerId="AD" clId="Web-{638DCC77-0A7A-E986-6DA0-90522E99460E}" dt="2025-04-16T01:54:41.522" v="1" actId="14100"/>
          <ac:picMkLst>
            <pc:docMk/>
            <pc:sldMk cId="13011376" sldId="314"/>
            <ac:picMk id="1039" creationId="{E3FE1809-BEFD-5D87-7601-8C40C789D0C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AB1CF7-F0DB-B246-B3EE-4FBBB351B5A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4D2C53-3FDF-5C4D-9CE3-B919A6451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74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4D2C53-3FDF-5C4D-9CE3-B919A6451597}" type="slidenum">
              <a:rPr lang="en-US" smtClean="0"/>
              <a:t>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257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Logo&#10;&#10;Description automatically generated">
            <a:extLst>
              <a:ext uri="{FF2B5EF4-FFF2-40B4-BE49-F238E27FC236}">
                <a16:creationId xmlns:a16="http://schemas.microsoft.com/office/drawing/2014/main" id="{CA5EEFCB-F75A-4A62-A1C2-0F92A18C2B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63806" y="-903148"/>
            <a:ext cx="6946785" cy="55574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3">
            <a:extLst>
              <a:ext uri="{FF2B5EF4-FFF2-40B4-BE49-F238E27FC236}">
                <a16:creationId xmlns:a16="http://schemas.microsoft.com/office/drawing/2014/main" id="{46D2AD09-E39F-51A3-E8A1-7ED8A1C67B63}"/>
              </a:ext>
            </a:extLst>
          </p:cNvPr>
          <p:cNvSpPr/>
          <p:nvPr userDrawn="1"/>
        </p:nvSpPr>
        <p:spPr>
          <a:xfrm>
            <a:off x="649" y="10356093"/>
            <a:ext cx="20102830" cy="952500"/>
          </a:xfrm>
          <a:custGeom>
            <a:avLst/>
            <a:gdLst/>
            <a:ahLst/>
            <a:cxnLst/>
            <a:rect l="l" t="t" r="r" b="b"/>
            <a:pathLst>
              <a:path w="20102830" h="952500">
                <a:moveTo>
                  <a:pt x="20102791" y="0"/>
                </a:moveTo>
                <a:lnTo>
                  <a:pt x="0" y="0"/>
                </a:lnTo>
                <a:lnTo>
                  <a:pt x="0" y="952463"/>
                </a:lnTo>
                <a:lnTo>
                  <a:pt x="20102791" y="952463"/>
                </a:lnTo>
                <a:lnTo>
                  <a:pt x="20102791" y="0"/>
                </a:lnTo>
                <a:close/>
              </a:path>
            </a:pathLst>
          </a:custGeom>
          <a:solidFill>
            <a:srgbClr val="1300E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88F021E-1C32-4883-06BB-85ADBA73BEEC}"/>
              </a:ext>
            </a:extLst>
          </p:cNvPr>
          <p:cNvGrpSpPr/>
          <p:nvPr userDrawn="1"/>
        </p:nvGrpSpPr>
        <p:grpSpPr>
          <a:xfrm>
            <a:off x="0" y="325897"/>
            <a:ext cx="1888670" cy="516766"/>
            <a:chOff x="0" y="958109"/>
            <a:chExt cx="1888670" cy="516766"/>
          </a:xfrm>
        </p:grpSpPr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D6C2A36E-91FE-45CA-1611-585F09033EEB}"/>
                </a:ext>
              </a:extLst>
            </p:cNvPr>
            <p:cNvSpPr/>
            <p:nvPr userDrawn="1"/>
          </p:nvSpPr>
          <p:spPr>
            <a:xfrm>
              <a:off x="0" y="958620"/>
              <a:ext cx="1887324" cy="516255"/>
            </a:xfrm>
            <a:custGeom>
              <a:avLst/>
              <a:gdLst/>
              <a:ahLst/>
              <a:cxnLst/>
              <a:rect l="l" t="t" r="r" b="b"/>
              <a:pathLst>
                <a:path w="1780539" h="487044">
                  <a:moveTo>
                    <a:pt x="1780050" y="0"/>
                  </a:moveTo>
                  <a:lnTo>
                    <a:pt x="0" y="0"/>
                  </a:lnTo>
                  <a:lnTo>
                    <a:pt x="0" y="486634"/>
                  </a:lnTo>
                  <a:lnTo>
                    <a:pt x="1780050" y="486634"/>
                  </a:lnTo>
                  <a:lnTo>
                    <a:pt x="1780050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01C3E8E-94F3-FA58-43A6-D7C6DA8350F6}"/>
                </a:ext>
              </a:extLst>
            </p:cNvPr>
            <p:cNvGrpSpPr/>
            <p:nvPr userDrawn="1"/>
          </p:nvGrpSpPr>
          <p:grpSpPr>
            <a:xfrm>
              <a:off x="858870" y="958109"/>
              <a:ext cx="516376" cy="516374"/>
              <a:chOff x="849173" y="1053123"/>
              <a:chExt cx="516376" cy="516374"/>
            </a:xfrm>
          </p:grpSpPr>
          <p:sp>
            <p:nvSpPr>
              <p:cNvPr id="20" name="object 20">
                <a:extLst>
                  <a:ext uri="{FF2B5EF4-FFF2-40B4-BE49-F238E27FC236}">
                    <a16:creationId xmlns:a16="http://schemas.microsoft.com/office/drawing/2014/main" id="{C77C5372-0CF3-7D0F-FB49-9721107554B1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1">
                <a:extLst>
                  <a:ext uri="{FF2B5EF4-FFF2-40B4-BE49-F238E27FC236}">
                    <a16:creationId xmlns:a16="http://schemas.microsoft.com/office/drawing/2014/main" id="{DE47BE48-36D1-3DA4-C9D2-169C53F83013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" name="object 22">
                <a:extLst>
                  <a:ext uri="{FF2B5EF4-FFF2-40B4-BE49-F238E27FC236}">
                    <a16:creationId xmlns:a16="http://schemas.microsoft.com/office/drawing/2014/main" id="{B014DBE8-7D43-CD26-DAC4-009BB8584E03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3" name="object 23">
                <a:extLst>
                  <a:ext uri="{FF2B5EF4-FFF2-40B4-BE49-F238E27FC236}">
                    <a16:creationId xmlns:a16="http://schemas.microsoft.com/office/drawing/2014/main" id="{AEAA71D3-0890-A422-6D2C-78FF195AABAE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D7124814-302F-01B3-FFDA-8766684AB28A}"/>
                </a:ext>
              </a:extLst>
            </p:cNvPr>
            <p:cNvGrpSpPr/>
            <p:nvPr userDrawn="1"/>
          </p:nvGrpSpPr>
          <p:grpSpPr>
            <a:xfrm flipH="1">
              <a:off x="1372294" y="958109"/>
              <a:ext cx="516376" cy="516374"/>
              <a:chOff x="849173" y="1053123"/>
              <a:chExt cx="516376" cy="516374"/>
            </a:xfrm>
          </p:grpSpPr>
          <p:sp>
            <p:nvSpPr>
              <p:cNvPr id="25" name="object 20">
                <a:extLst>
                  <a:ext uri="{FF2B5EF4-FFF2-40B4-BE49-F238E27FC236}">
                    <a16:creationId xmlns:a16="http://schemas.microsoft.com/office/drawing/2014/main" id="{3E53F7CA-DB16-9FF1-0C1E-6D87F215773D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1">
                <a:extLst>
                  <a:ext uri="{FF2B5EF4-FFF2-40B4-BE49-F238E27FC236}">
                    <a16:creationId xmlns:a16="http://schemas.microsoft.com/office/drawing/2014/main" id="{46F2726B-5F09-8BA8-D3C6-724C4A1C88EF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2">
                <a:extLst>
                  <a:ext uri="{FF2B5EF4-FFF2-40B4-BE49-F238E27FC236}">
                    <a16:creationId xmlns:a16="http://schemas.microsoft.com/office/drawing/2014/main" id="{F617CB5C-AB58-4284-48E8-5DF5A16D1C28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8" name="object 23">
                <a:extLst>
                  <a:ext uri="{FF2B5EF4-FFF2-40B4-BE49-F238E27FC236}">
                    <a16:creationId xmlns:a16="http://schemas.microsoft.com/office/drawing/2014/main" id="{C8DAC08A-495B-A0F5-5F96-98F6298D9997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sp>
        <p:nvSpPr>
          <p:cNvPr id="29" name="Slide Number Placeholder 1">
            <a:extLst>
              <a:ext uri="{FF2B5EF4-FFF2-40B4-BE49-F238E27FC236}">
                <a16:creationId xmlns:a16="http://schemas.microsoft.com/office/drawing/2014/main" id="{32070159-4E41-FF9E-927C-4F44DD858F0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276999"/>
          </a:xfrm>
        </p:spPr>
        <p:txBody>
          <a:bodyPr/>
          <a:lstStyle/>
          <a:p>
            <a:fld id="{B6F15528-21DE-4FAA-801E-634DDDAF4B2B}" type="slidenum">
              <a:rPr lang="en-MY" smtClean="0">
                <a:solidFill>
                  <a:schemeClr val="bg1"/>
                </a:solidFill>
              </a:rPr>
              <a:t>‹#›</a:t>
            </a:fld>
            <a:endParaRPr lang="en-MY" dirty="0">
              <a:solidFill>
                <a:schemeClr val="bg1"/>
              </a:solidFill>
            </a:endParaRPr>
          </a:p>
        </p:txBody>
      </p:sp>
      <p:pic>
        <p:nvPicPr>
          <p:cNvPr id="30" name="Picture 29" descr="Logo&#10;&#10;Description automatically generated">
            <a:extLst>
              <a:ext uri="{FF2B5EF4-FFF2-40B4-BE49-F238E27FC236}">
                <a16:creationId xmlns:a16="http://schemas.microsoft.com/office/drawing/2014/main" id="{9F144AA9-754A-AE6A-6FD1-4C5CDCB8D3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1033449"/>
            <a:ext cx="16360140" cy="1403350"/>
          </a:xfrm>
          <a:custGeom>
            <a:avLst/>
            <a:gdLst/>
            <a:ahLst/>
            <a:cxnLst/>
            <a:rect l="l" t="t" r="r" b="b"/>
            <a:pathLst>
              <a:path w="16360140" h="1403350">
                <a:moveTo>
                  <a:pt x="16359606" y="0"/>
                </a:moveTo>
                <a:lnTo>
                  <a:pt x="0" y="0"/>
                </a:lnTo>
                <a:lnTo>
                  <a:pt x="0" y="1403056"/>
                </a:lnTo>
                <a:lnTo>
                  <a:pt x="16359606" y="1403056"/>
                </a:lnTo>
                <a:lnTo>
                  <a:pt x="16359606" y="0"/>
                </a:lnTo>
                <a:close/>
              </a:path>
            </a:pathLst>
          </a:custGeom>
          <a:solidFill>
            <a:srgbClr val="1300E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26E925B-9B52-1586-00E7-4FB546855C4B}"/>
              </a:ext>
            </a:extLst>
          </p:cNvPr>
          <p:cNvGrpSpPr/>
          <p:nvPr userDrawn="1"/>
        </p:nvGrpSpPr>
        <p:grpSpPr>
          <a:xfrm>
            <a:off x="14959383" y="1036304"/>
            <a:ext cx="2801035" cy="1400812"/>
            <a:chOff x="14959383" y="2221415"/>
            <a:chExt cx="2801035" cy="140081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D84345F-7586-9F61-3673-E2EED54EE448}"/>
                </a:ext>
              </a:extLst>
            </p:cNvPr>
            <p:cNvGrpSpPr/>
            <p:nvPr userDrawn="1"/>
          </p:nvGrpSpPr>
          <p:grpSpPr>
            <a:xfrm>
              <a:off x="16359604" y="2221415"/>
              <a:ext cx="1400814" cy="1400812"/>
              <a:chOff x="16359604" y="2221415"/>
              <a:chExt cx="1400814" cy="1400812"/>
            </a:xfrm>
          </p:grpSpPr>
          <p:sp>
            <p:nvSpPr>
              <p:cNvPr id="17" name="bg object 17"/>
              <p:cNvSpPr/>
              <p:nvPr/>
            </p:nvSpPr>
            <p:spPr>
              <a:xfrm>
                <a:off x="17060852" y="2922665"/>
                <a:ext cx="699135" cy="699135"/>
              </a:xfrm>
              <a:custGeom>
                <a:avLst/>
                <a:gdLst/>
                <a:ahLst/>
                <a:cxnLst/>
                <a:rect l="l" t="t" r="r" b="b"/>
                <a:pathLst>
                  <a:path w="699134" h="699135">
                    <a:moveTo>
                      <a:pt x="698973" y="0"/>
                    </a:moveTo>
                    <a:lnTo>
                      <a:pt x="0" y="698973"/>
                    </a:lnTo>
                    <a:lnTo>
                      <a:pt x="698973" y="698973"/>
                    </a:lnTo>
                    <a:lnTo>
                      <a:pt x="698973" y="0"/>
                    </a:lnTo>
                    <a:close/>
                  </a:path>
                </a:pathLst>
              </a:custGeom>
              <a:solidFill>
                <a:srgbClr val="1500D9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bg object 18"/>
              <p:cNvSpPr/>
              <p:nvPr/>
            </p:nvSpPr>
            <p:spPr>
              <a:xfrm>
                <a:off x="16359608" y="2221417"/>
                <a:ext cx="1400810" cy="1400810"/>
              </a:xfrm>
              <a:custGeom>
                <a:avLst/>
                <a:gdLst/>
                <a:ahLst/>
                <a:cxnLst/>
                <a:rect l="l" t="t" r="r" b="b"/>
                <a:pathLst>
                  <a:path w="1400809" h="1400810">
                    <a:moveTo>
                      <a:pt x="1400219" y="0"/>
                    </a:moveTo>
                    <a:lnTo>
                      <a:pt x="0" y="1400219"/>
                    </a:lnTo>
                    <a:lnTo>
                      <a:pt x="701245" y="1400219"/>
                    </a:lnTo>
                    <a:lnTo>
                      <a:pt x="1400219" y="701245"/>
                    </a:lnTo>
                    <a:lnTo>
                      <a:pt x="1400219" y="0"/>
                    </a:lnTo>
                    <a:close/>
                  </a:path>
                </a:pathLst>
              </a:custGeom>
              <a:solidFill>
                <a:srgbClr val="160094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19" name="bg object 19"/>
              <p:cNvSpPr/>
              <p:nvPr/>
            </p:nvSpPr>
            <p:spPr>
              <a:xfrm>
                <a:off x="16359607" y="2221415"/>
                <a:ext cx="1400810" cy="1400810"/>
              </a:xfrm>
              <a:custGeom>
                <a:avLst/>
                <a:gdLst/>
                <a:ahLst/>
                <a:cxnLst/>
                <a:rect l="l" t="t" r="r" b="b"/>
                <a:pathLst>
                  <a:path w="1400809" h="1400810">
                    <a:moveTo>
                      <a:pt x="1400219" y="0"/>
                    </a:moveTo>
                    <a:lnTo>
                      <a:pt x="701245" y="0"/>
                    </a:lnTo>
                    <a:lnTo>
                      <a:pt x="0" y="701245"/>
                    </a:lnTo>
                    <a:lnTo>
                      <a:pt x="0" y="1400219"/>
                    </a:lnTo>
                    <a:lnTo>
                      <a:pt x="1400219" y="0"/>
                    </a:lnTo>
                    <a:close/>
                  </a:path>
                </a:pathLst>
              </a:custGeom>
              <a:solidFill>
                <a:srgbClr val="1300E2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bg object 20"/>
              <p:cNvSpPr/>
              <p:nvPr/>
            </p:nvSpPr>
            <p:spPr>
              <a:xfrm>
                <a:off x="16359604" y="2221420"/>
                <a:ext cx="701675" cy="701675"/>
              </a:xfrm>
              <a:custGeom>
                <a:avLst/>
                <a:gdLst/>
                <a:ahLst/>
                <a:cxnLst/>
                <a:rect l="l" t="t" r="r" b="b"/>
                <a:pathLst>
                  <a:path w="701675" h="701675">
                    <a:moveTo>
                      <a:pt x="701245" y="0"/>
                    </a:moveTo>
                    <a:lnTo>
                      <a:pt x="0" y="0"/>
                    </a:lnTo>
                    <a:lnTo>
                      <a:pt x="0" y="701245"/>
                    </a:lnTo>
                    <a:lnTo>
                      <a:pt x="701245" y="0"/>
                    </a:lnTo>
                    <a:close/>
                  </a:path>
                </a:pathLst>
              </a:custGeom>
              <a:solidFill>
                <a:srgbClr val="160094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18014B4-2B28-5FD4-5357-C462EE5D9D7D}"/>
                </a:ext>
              </a:extLst>
            </p:cNvPr>
            <p:cNvGrpSpPr/>
            <p:nvPr userDrawn="1"/>
          </p:nvGrpSpPr>
          <p:grpSpPr>
            <a:xfrm>
              <a:off x="14959383" y="2221415"/>
              <a:ext cx="1400814" cy="1400812"/>
              <a:chOff x="14959383" y="2221415"/>
              <a:chExt cx="1400814" cy="1400812"/>
            </a:xfrm>
          </p:grpSpPr>
          <p:sp>
            <p:nvSpPr>
              <p:cNvPr id="21" name="bg object 21"/>
              <p:cNvSpPr/>
              <p:nvPr/>
            </p:nvSpPr>
            <p:spPr>
              <a:xfrm>
                <a:off x="15660630" y="2922665"/>
                <a:ext cx="699135" cy="699135"/>
              </a:xfrm>
              <a:custGeom>
                <a:avLst/>
                <a:gdLst/>
                <a:ahLst/>
                <a:cxnLst/>
                <a:rect l="l" t="t" r="r" b="b"/>
                <a:pathLst>
                  <a:path w="699134" h="699135">
                    <a:moveTo>
                      <a:pt x="698973" y="0"/>
                    </a:moveTo>
                    <a:lnTo>
                      <a:pt x="0" y="698973"/>
                    </a:lnTo>
                    <a:lnTo>
                      <a:pt x="698973" y="698973"/>
                    </a:lnTo>
                    <a:lnTo>
                      <a:pt x="698973" y="0"/>
                    </a:lnTo>
                    <a:close/>
                  </a:path>
                </a:pathLst>
              </a:custGeom>
              <a:solidFill>
                <a:srgbClr val="1300E2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" name="bg object 22"/>
              <p:cNvSpPr/>
              <p:nvPr/>
            </p:nvSpPr>
            <p:spPr>
              <a:xfrm>
                <a:off x="14959387" y="2221417"/>
                <a:ext cx="1400810" cy="1400810"/>
              </a:xfrm>
              <a:custGeom>
                <a:avLst/>
                <a:gdLst/>
                <a:ahLst/>
                <a:cxnLst/>
                <a:rect l="l" t="t" r="r" b="b"/>
                <a:pathLst>
                  <a:path w="1400809" h="1400810">
                    <a:moveTo>
                      <a:pt x="1400219" y="0"/>
                    </a:moveTo>
                    <a:lnTo>
                      <a:pt x="0" y="1400219"/>
                    </a:lnTo>
                    <a:lnTo>
                      <a:pt x="701245" y="1400219"/>
                    </a:lnTo>
                    <a:lnTo>
                      <a:pt x="1400219" y="701245"/>
                    </a:lnTo>
                    <a:lnTo>
                      <a:pt x="1400219" y="0"/>
                    </a:lnTo>
                    <a:close/>
                  </a:path>
                </a:pathLst>
              </a:custGeom>
              <a:solidFill>
                <a:srgbClr val="160094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bg object 23"/>
              <p:cNvSpPr/>
              <p:nvPr/>
            </p:nvSpPr>
            <p:spPr>
              <a:xfrm>
                <a:off x="14959386" y="2221415"/>
                <a:ext cx="1400810" cy="1400810"/>
              </a:xfrm>
              <a:custGeom>
                <a:avLst/>
                <a:gdLst/>
                <a:ahLst/>
                <a:cxnLst/>
                <a:rect l="l" t="t" r="r" b="b"/>
                <a:pathLst>
                  <a:path w="1400809" h="1400810">
                    <a:moveTo>
                      <a:pt x="1400219" y="0"/>
                    </a:moveTo>
                    <a:lnTo>
                      <a:pt x="701245" y="0"/>
                    </a:lnTo>
                    <a:lnTo>
                      <a:pt x="0" y="701245"/>
                    </a:lnTo>
                    <a:lnTo>
                      <a:pt x="0" y="1400219"/>
                    </a:lnTo>
                    <a:lnTo>
                      <a:pt x="1400219" y="0"/>
                    </a:lnTo>
                    <a:close/>
                  </a:path>
                </a:pathLst>
              </a:custGeom>
              <a:solidFill>
                <a:srgbClr val="1300E2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" name="bg object 24"/>
              <p:cNvSpPr/>
              <p:nvPr/>
            </p:nvSpPr>
            <p:spPr>
              <a:xfrm>
                <a:off x="14959383" y="2221420"/>
                <a:ext cx="701675" cy="701675"/>
              </a:xfrm>
              <a:custGeom>
                <a:avLst/>
                <a:gdLst/>
                <a:ahLst/>
                <a:cxnLst/>
                <a:rect l="l" t="t" r="r" b="b"/>
                <a:pathLst>
                  <a:path w="701675" h="701675">
                    <a:moveTo>
                      <a:pt x="701245" y="0"/>
                    </a:moveTo>
                    <a:lnTo>
                      <a:pt x="0" y="0"/>
                    </a:lnTo>
                    <a:lnTo>
                      <a:pt x="0" y="701245"/>
                    </a:lnTo>
                    <a:lnTo>
                      <a:pt x="701245" y="0"/>
                    </a:lnTo>
                    <a:close/>
                  </a:path>
                </a:pathLst>
              </a:custGeom>
              <a:solidFill>
                <a:srgbClr val="160094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C1C240-D071-29D5-5AE6-31FF3B72BA05}"/>
              </a:ext>
            </a:extLst>
          </p:cNvPr>
          <p:cNvGrpSpPr/>
          <p:nvPr userDrawn="1"/>
        </p:nvGrpSpPr>
        <p:grpSpPr>
          <a:xfrm>
            <a:off x="16360155" y="1736216"/>
            <a:ext cx="1400047" cy="700528"/>
            <a:chOff x="16360155" y="2922077"/>
            <a:chExt cx="1400047" cy="700528"/>
          </a:xfrm>
        </p:grpSpPr>
        <p:sp>
          <p:nvSpPr>
            <p:cNvPr id="25" name="bg object 25"/>
            <p:cNvSpPr/>
            <p:nvPr/>
          </p:nvSpPr>
          <p:spPr>
            <a:xfrm>
              <a:off x="17410317" y="3272720"/>
              <a:ext cx="349885" cy="349885"/>
            </a:xfrm>
            <a:custGeom>
              <a:avLst/>
              <a:gdLst/>
              <a:ahLst/>
              <a:cxnLst/>
              <a:rect l="l" t="t" r="r" b="b"/>
              <a:pathLst>
                <a:path w="349884" h="349885">
                  <a:moveTo>
                    <a:pt x="349507" y="0"/>
                  </a:moveTo>
                  <a:lnTo>
                    <a:pt x="0" y="349507"/>
                  </a:lnTo>
                  <a:lnTo>
                    <a:pt x="349507" y="349507"/>
                  </a:lnTo>
                  <a:lnTo>
                    <a:pt x="349507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6" name="bg object 26"/>
            <p:cNvSpPr/>
            <p:nvPr/>
          </p:nvSpPr>
          <p:spPr>
            <a:xfrm>
              <a:off x="17059682" y="2922078"/>
              <a:ext cx="700405" cy="700405"/>
            </a:xfrm>
            <a:custGeom>
              <a:avLst/>
              <a:gdLst/>
              <a:ahLst/>
              <a:cxnLst/>
              <a:rect l="l" t="t" r="r" b="b"/>
              <a:pathLst>
                <a:path w="700405" h="700404">
                  <a:moveTo>
                    <a:pt x="700146" y="0"/>
                  </a:moveTo>
                  <a:lnTo>
                    <a:pt x="0" y="700146"/>
                  </a:lnTo>
                  <a:lnTo>
                    <a:pt x="350638" y="700146"/>
                  </a:lnTo>
                  <a:lnTo>
                    <a:pt x="700146" y="350638"/>
                  </a:lnTo>
                  <a:lnTo>
                    <a:pt x="700146" y="0"/>
                  </a:lnTo>
                  <a:close/>
                </a:path>
              </a:pathLst>
            </a:custGeom>
            <a:solidFill>
              <a:srgbClr val="FF5D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bg object 27"/>
            <p:cNvSpPr/>
            <p:nvPr/>
          </p:nvSpPr>
          <p:spPr>
            <a:xfrm>
              <a:off x="17059682" y="2922077"/>
              <a:ext cx="700405" cy="700405"/>
            </a:xfrm>
            <a:custGeom>
              <a:avLst/>
              <a:gdLst/>
              <a:ahLst/>
              <a:cxnLst/>
              <a:rect l="l" t="t" r="r" b="b"/>
              <a:pathLst>
                <a:path w="700405" h="700404">
                  <a:moveTo>
                    <a:pt x="700146" y="0"/>
                  </a:moveTo>
                  <a:lnTo>
                    <a:pt x="350638" y="0"/>
                  </a:lnTo>
                  <a:lnTo>
                    <a:pt x="0" y="350638"/>
                  </a:lnTo>
                  <a:lnTo>
                    <a:pt x="0" y="700146"/>
                  </a:lnTo>
                  <a:lnTo>
                    <a:pt x="700146" y="0"/>
                  </a:lnTo>
                  <a:close/>
                </a:path>
              </a:pathLst>
            </a:custGeom>
            <a:solidFill>
              <a:srgbClr val="1600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bg object 28"/>
            <p:cNvSpPr/>
            <p:nvPr/>
          </p:nvSpPr>
          <p:spPr>
            <a:xfrm>
              <a:off x="17059678" y="292208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5" h="351154">
                  <a:moveTo>
                    <a:pt x="350638" y="0"/>
                  </a:moveTo>
                  <a:lnTo>
                    <a:pt x="0" y="0"/>
                  </a:lnTo>
                  <a:lnTo>
                    <a:pt x="0" y="350638"/>
                  </a:lnTo>
                  <a:lnTo>
                    <a:pt x="350638" y="0"/>
                  </a:lnTo>
                  <a:close/>
                </a:path>
              </a:pathLst>
            </a:custGeom>
            <a:solidFill>
              <a:srgbClr val="FF5D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bg object 29"/>
            <p:cNvSpPr/>
            <p:nvPr/>
          </p:nvSpPr>
          <p:spPr>
            <a:xfrm>
              <a:off x="16710794" y="3272720"/>
              <a:ext cx="349885" cy="349885"/>
            </a:xfrm>
            <a:custGeom>
              <a:avLst/>
              <a:gdLst/>
              <a:ahLst/>
              <a:cxnLst/>
              <a:rect l="l" t="t" r="r" b="b"/>
              <a:pathLst>
                <a:path w="349884" h="349885">
                  <a:moveTo>
                    <a:pt x="349507" y="0"/>
                  </a:moveTo>
                  <a:lnTo>
                    <a:pt x="0" y="349507"/>
                  </a:lnTo>
                  <a:lnTo>
                    <a:pt x="349507" y="349507"/>
                  </a:lnTo>
                  <a:lnTo>
                    <a:pt x="349507" y="0"/>
                  </a:lnTo>
                  <a:close/>
                </a:path>
              </a:pathLst>
            </a:custGeom>
            <a:solidFill>
              <a:srgbClr val="16009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0" name="bg object 30"/>
            <p:cNvSpPr/>
            <p:nvPr/>
          </p:nvSpPr>
          <p:spPr>
            <a:xfrm>
              <a:off x="16360159" y="2922078"/>
              <a:ext cx="700405" cy="700405"/>
            </a:xfrm>
            <a:custGeom>
              <a:avLst/>
              <a:gdLst/>
              <a:ahLst/>
              <a:cxnLst/>
              <a:rect l="l" t="t" r="r" b="b"/>
              <a:pathLst>
                <a:path w="700405" h="700404">
                  <a:moveTo>
                    <a:pt x="700146" y="0"/>
                  </a:moveTo>
                  <a:lnTo>
                    <a:pt x="0" y="700146"/>
                  </a:lnTo>
                  <a:lnTo>
                    <a:pt x="350638" y="700146"/>
                  </a:lnTo>
                  <a:lnTo>
                    <a:pt x="700146" y="350638"/>
                  </a:lnTo>
                  <a:lnTo>
                    <a:pt x="700146" y="0"/>
                  </a:lnTo>
                  <a:close/>
                </a:path>
              </a:pathLst>
            </a:custGeom>
            <a:solidFill>
              <a:srgbClr val="FF5D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bg object 31"/>
            <p:cNvSpPr/>
            <p:nvPr/>
          </p:nvSpPr>
          <p:spPr>
            <a:xfrm>
              <a:off x="16360159" y="2922077"/>
              <a:ext cx="700405" cy="700405"/>
            </a:xfrm>
            <a:custGeom>
              <a:avLst/>
              <a:gdLst/>
              <a:ahLst/>
              <a:cxnLst/>
              <a:rect l="l" t="t" r="r" b="b"/>
              <a:pathLst>
                <a:path w="700405" h="700404">
                  <a:moveTo>
                    <a:pt x="700146" y="0"/>
                  </a:moveTo>
                  <a:lnTo>
                    <a:pt x="350638" y="0"/>
                  </a:lnTo>
                  <a:lnTo>
                    <a:pt x="0" y="350638"/>
                  </a:lnTo>
                  <a:lnTo>
                    <a:pt x="0" y="700146"/>
                  </a:lnTo>
                  <a:lnTo>
                    <a:pt x="700146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bg object 32"/>
            <p:cNvSpPr/>
            <p:nvPr/>
          </p:nvSpPr>
          <p:spPr>
            <a:xfrm>
              <a:off x="16360155" y="292208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5" h="351154">
                  <a:moveTo>
                    <a:pt x="350638" y="0"/>
                  </a:moveTo>
                  <a:lnTo>
                    <a:pt x="0" y="0"/>
                  </a:lnTo>
                  <a:lnTo>
                    <a:pt x="0" y="350638"/>
                  </a:lnTo>
                  <a:lnTo>
                    <a:pt x="350638" y="0"/>
                  </a:lnTo>
                  <a:close/>
                </a:path>
              </a:pathLst>
            </a:custGeom>
            <a:solidFill>
              <a:srgbClr val="FF5D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Slide Number Placeholder 1">
            <a:extLst>
              <a:ext uri="{FF2B5EF4-FFF2-40B4-BE49-F238E27FC236}">
                <a16:creationId xmlns:a16="http://schemas.microsoft.com/office/drawing/2014/main" id="{7E2B67D2-7FF0-811E-1366-BA8CC45F505C}"/>
              </a:ext>
            </a:extLst>
          </p:cNvPr>
          <p:cNvSpPr>
            <a:spLocks noGrp="1"/>
          </p:cNvSpPr>
          <p:nvPr userDrawn="1">
            <p:ph type="sldNum" sz="quarter" idx="7"/>
          </p:nvPr>
        </p:nvSpPr>
        <p:spPr>
          <a:xfrm>
            <a:off x="14474953" y="10517696"/>
            <a:ext cx="4623943" cy="276999"/>
          </a:xfrm>
        </p:spPr>
        <p:txBody>
          <a:bodyPr/>
          <a:lstStyle/>
          <a:p>
            <a:fld id="{B6F15528-21DE-4FAA-801E-634DDDAF4B2B}" type="slidenum">
              <a:rPr lang="en-MY" smtClean="0">
                <a:solidFill>
                  <a:srgbClr val="1500D9"/>
                </a:solidFill>
              </a:rPr>
              <a:t>‹#›</a:t>
            </a:fld>
            <a:endParaRPr lang="en-MY">
              <a:solidFill>
                <a:srgbClr val="1500D9"/>
              </a:solidFill>
            </a:endParaRPr>
          </a:p>
        </p:txBody>
      </p:sp>
      <p:pic>
        <p:nvPicPr>
          <p:cNvPr id="44" name="Picture 43" descr="Logo&#10;&#10;Description automatically generated">
            <a:extLst>
              <a:ext uri="{FF2B5EF4-FFF2-40B4-BE49-F238E27FC236}">
                <a16:creationId xmlns:a16="http://schemas.microsoft.com/office/drawing/2014/main" id="{21DCA935-478D-739D-96A5-0FEEB301F8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object 2">
            <a:extLst>
              <a:ext uri="{FF2B5EF4-FFF2-40B4-BE49-F238E27FC236}">
                <a16:creationId xmlns:a16="http://schemas.microsoft.com/office/drawing/2014/main" id="{E466CB50-6CC8-80D1-AC56-46F2B5668840}"/>
              </a:ext>
            </a:extLst>
          </p:cNvPr>
          <p:cNvGrpSpPr/>
          <p:nvPr userDrawn="1"/>
        </p:nvGrpSpPr>
        <p:grpSpPr>
          <a:xfrm>
            <a:off x="0" y="635"/>
            <a:ext cx="20104393" cy="11308882"/>
            <a:chOff x="0" y="0"/>
            <a:chExt cx="20104393" cy="11308882"/>
          </a:xfrm>
        </p:grpSpPr>
        <p:sp>
          <p:nvSpPr>
            <p:cNvPr id="27" name="object 3">
              <a:extLst>
                <a:ext uri="{FF2B5EF4-FFF2-40B4-BE49-F238E27FC236}">
                  <a16:creationId xmlns:a16="http://schemas.microsoft.com/office/drawing/2014/main" id="{DC2955B7-791F-DBE2-D9A3-2274249E50EE}"/>
                </a:ext>
              </a:extLst>
            </p:cNvPr>
            <p:cNvSpPr/>
            <p:nvPr/>
          </p:nvSpPr>
          <p:spPr>
            <a:xfrm>
              <a:off x="10052343" y="167"/>
              <a:ext cx="10052050" cy="11308715"/>
            </a:xfrm>
            <a:custGeom>
              <a:avLst/>
              <a:gdLst/>
              <a:ahLst/>
              <a:cxnLst/>
              <a:rect l="l" t="t" r="r" b="b"/>
              <a:pathLst>
                <a:path w="10052050" h="11308715">
                  <a:moveTo>
                    <a:pt x="10051746" y="0"/>
                  </a:moveTo>
                  <a:lnTo>
                    <a:pt x="0" y="0"/>
                  </a:lnTo>
                  <a:lnTo>
                    <a:pt x="0" y="11308388"/>
                  </a:lnTo>
                  <a:lnTo>
                    <a:pt x="10051746" y="11308388"/>
                  </a:lnTo>
                  <a:lnTo>
                    <a:pt x="10051746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28" name="object 4">
              <a:extLst>
                <a:ext uri="{FF2B5EF4-FFF2-40B4-BE49-F238E27FC236}">
                  <a16:creationId xmlns:a16="http://schemas.microsoft.com/office/drawing/2014/main" id="{A279332D-5936-E04C-BD70-10C22D406BA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0052343" cy="11308556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350912E-9F4A-AB9D-8887-3F0CFCAC31BC}"/>
              </a:ext>
            </a:extLst>
          </p:cNvPr>
          <p:cNvGrpSpPr/>
          <p:nvPr userDrawn="1"/>
        </p:nvGrpSpPr>
        <p:grpSpPr>
          <a:xfrm>
            <a:off x="0" y="2970506"/>
            <a:ext cx="7310961" cy="1672154"/>
            <a:chOff x="0" y="2970506"/>
            <a:chExt cx="7310961" cy="1672154"/>
          </a:xfrm>
        </p:grpSpPr>
        <p:sp>
          <p:nvSpPr>
            <p:cNvPr id="30" name="object 9">
              <a:extLst>
                <a:ext uri="{FF2B5EF4-FFF2-40B4-BE49-F238E27FC236}">
                  <a16:creationId xmlns:a16="http://schemas.microsoft.com/office/drawing/2014/main" id="{F02F1A0A-1E8D-0E4C-192D-88589E15268D}"/>
                </a:ext>
              </a:extLst>
            </p:cNvPr>
            <p:cNvSpPr/>
            <p:nvPr/>
          </p:nvSpPr>
          <p:spPr>
            <a:xfrm>
              <a:off x="0" y="2970506"/>
              <a:ext cx="7309484" cy="1671320"/>
            </a:xfrm>
            <a:custGeom>
              <a:avLst/>
              <a:gdLst/>
              <a:ahLst/>
              <a:cxnLst/>
              <a:rect l="l" t="t" r="r" b="b"/>
              <a:pathLst>
                <a:path w="7309484" h="1671320">
                  <a:moveTo>
                    <a:pt x="7309054" y="0"/>
                  </a:moveTo>
                  <a:lnTo>
                    <a:pt x="0" y="0"/>
                  </a:lnTo>
                  <a:lnTo>
                    <a:pt x="0" y="1671111"/>
                  </a:lnTo>
                  <a:lnTo>
                    <a:pt x="7309054" y="1671111"/>
                  </a:lnTo>
                  <a:lnTo>
                    <a:pt x="7309054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B9E10F8-BB05-3A6D-6BF0-0090431042B4}"/>
                </a:ext>
              </a:extLst>
            </p:cNvPr>
            <p:cNvGrpSpPr/>
            <p:nvPr/>
          </p:nvGrpSpPr>
          <p:grpSpPr>
            <a:xfrm>
              <a:off x="5639999" y="2971129"/>
              <a:ext cx="1670962" cy="1671531"/>
              <a:chOff x="5639999" y="2971129"/>
              <a:chExt cx="1670962" cy="1671531"/>
            </a:xfrm>
          </p:grpSpPr>
          <p:sp>
            <p:nvSpPr>
              <p:cNvPr id="32" name="object 13">
                <a:extLst>
                  <a:ext uri="{FF2B5EF4-FFF2-40B4-BE49-F238E27FC236}">
                    <a16:creationId xmlns:a16="http://schemas.microsoft.com/office/drawing/2014/main" id="{28892DEE-B923-E458-F57A-E9F270CA2E48}"/>
                  </a:ext>
                </a:extLst>
              </p:cNvPr>
              <p:cNvSpPr/>
              <p:nvPr/>
            </p:nvSpPr>
            <p:spPr>
              <a:xfrm>
                <a:off x="6476571" y="3807701"/>
                <a:ext cx="834390" cy="834390"/>
              </a:xfrm>
              <a:custGeom>
                <a:avLst/>
                <a:gdLst/>
                <a:ahLst/>
                <a:cxnLst/>
                <a:rect l="l" t="t" r="r" b="b"/>
                <a:pathLst>
                  <a:path w="834390" h="834389">
                    <a:moveTo>
                      <a:pt x="833848" y="0"/>
                    </a:moveTo>
                    <a:lnTo>
                      <a:pt x="0" y="833848"/>
                    </a:lnTo>
                    <a:lnTo>
                      <a:pt x="833848" y="833848"/>
                    </a:lnTo>
                    <a:lnTo>
                      <a:pt x="833848" y="0"/>
                    </a:lnTo>
                    <a:close/>
                  </a:path>
                </a:pathLst>
              </a:custGeom>
              <a:solidFill>
                <a:srgbClr val="1300E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14">
                <a:extLst>
                  <a:ext uri="{FF2B5EF4-FFF2-40B4-BE49-F238E27FC236}">
                    <a16:creationId xmlns:a16="http://schemas.microsoft.com/office/drawing/2014/main" id="{F59082EE-D6FE-AD27-A5C1-4991B337E583}"/>
                  </a:ext>
                </a:extLst>
              </p:cNvPr>
              <p:cNvSpPr/>
              <p:nvPr/>
            </p:nvSpPr>
            <p:spPr>
              <a:xfrm>
                <a:off x="5639999" y="2971129"/>
                <a:ext cx="1670685" cy="1670685"/>
              </a:xfrm>
              <a:custGeom>
                <a:avLst/>
                <a:gdLst/>
                <a:ahLst/>
                <a:cxnLst/>
                <a:rect l="l" t="t" r="r" b="b"/>
                <a:pathLst>
                  <a:path w="1670684" h="1670685">
                    <a:moveTo>
                      <a:pt x="1670420" y="0"/>
                    </a:moveTo>
                    <a:lnTo>
                      <a:pt x="0" y="1670420"/>
                    </a:lnTo>
                    <a:lnTo>
                      <a:pt x="836571" y="1670420"/>
                    </a:lnTo>
                    <a:lnTo>
                      <a:pt x="1670420" y="836571"/>
                    </a:lnTo>
                    <a:lnTo>
                      <a:pt x="1670420" y="0"/>
                    </a:lnTo>
                    <a:close/>
                  </a:path>
                </a:pathLst>
              </a:custGeom>
              <a:solidFill>
                <a:srgbClr val="1600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4" name="object 15">
                <a:extLst>
                  <a:ext uri="{FF2B5EF4-FFF2-40B4-BE49-F238E27FC236}">
                    <a16:creationId xmlns:a16="http://schemas.microsoft.com/office/drawing/2014/main" id="{628AD793-C79E-814B-FAC5-7E3461466DD9}"/>
                  </a:ext>
                </a:extLst>
              </p:cNvPr>
              <p:cNvSpPr/>
              <p:nvPr/>
            </p:nvSpPr>
            <p:spPr>
              <a:xfrm>
                <a:off x="5639999" y="2971135"/>
                <a:ext cx="1670685" cy="1670685"/>
              </a:xfrm>
              <a:custGeom>
                <a:avLst/>
                <a:gdLst/>
                <a:ahLst/>
                <a:cxnLst/>
                <a:rect l="l" t="t" r="r" b="b"/>
                <a:pathLst>
                  <a:path w="1670684" h="1670685">
                    <a:moveTo>
                      <a:pt x="1670420" y="0"/>
                    </a:moveTo>
                    <a:lnTo>
                      <a:pt x="836571" y="0"/>
                    </a:lnTo>
                    <a:lnTo>
                      <a:pt x="0" y="836571"/>
                    </a:lnTo>
                    <a:lnTo>
                      <a:pt x="10" y="1670409"/>
                    </a:lnTo>
                    <a:lnTo>
                      <a:pt x="1670420" y="0"/>
                    </a:lnTo>
                    <a:close/>
                  </a:path>
                </a:pathLst>
              </a:custGeom>
              <a:solidFill>
                <a:srgbClr val="1300E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5" name="object 16">
                <a:extLst>
                  <a:ext uri="{FF2B5EF4-FFF2-40B4-BE49-F238E27FC236}">
                    <a16:creationId xmlns:a16="http://schemas.microsoft.com/office/drawing/2014/main" id="{9F83029B-9CE3-C799-7B8E-E4CE7986294A}"/>
                  </a:ext>
                </a:extLst>
              </p:cNvPr>
              <p:cNvSpPr/>
              <p:nvPr/>
            </p:nvSpPr>
            <p:spPr>
              <a:xfrm>
                <a:off x="5640004" y="2971130"/>
                <a:ext cx="836930" cy="836930"/>
              </a:xfrm>
              <a:custGeom>
                <a:avLst/>
                <a:gdLst/>
                <a:ahLst/>
                <a:cxnLst/>
                <a:rect l="l" t="t" r="r" b="b"/>
                <a:pathLst>
                  <a:path w="836929" h="836929">
                    <a:moveTo>
                      <a:pt x="836571" y="0"/>
                    </a:moveTo>
                    <a:lnTo>
                      <a:pt x="0" y="0"/>
                    </a:lnTo>
                    <a:lnTo>
                      <a:pt x="0" y="836571"/>
                    </a:lnTo>
                    <a:lnTo>
                      <a:pt x="836571" y="0"/>
                    </a:lnTo>
                    <a:close/>
                  </a:path>
                </a:pathLst>
              </a:custGeom>
              <a:solidFill>
                <a:srgbClr val="1600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17">
                <a:extLst>
                  <a:ext uri="{FF2B5EF4-FFF2-40B4-BE49-F238E27FC236}">
                    <a16:creationId xmlns:a16="http://schemas.microsoft.com/office/drawing/2014/main" id="{8BBBF666-1A15-FB80-3BB5-16591F7E0725}"/>
                  </a:ext>
                </a:extLst>
              </p:cNvPr>
              <p:cNvSpPr/>
              <p:nvPr/>
            </p:nvSpPr>
            <p:spPr>
              <a:xfrm>
                <a:off x="6893469" y="4225305"/>
                <a:ext cx="417195" cy="417195"/>
              </a:xfrm>
              <a:custGeom>
                <a:avLst/>
                <a:gdLst/>
                <a:ahLst/>
                <a:cxnLst/>
                <a:rect l="l" t="t" r="r" b="b"/>
                <a:pathLst>
                  <a:path w="417195" h="417195">
                    <a:moveTo>
                      <a:pt x="416950" y="0"/>
                    </a:moveTo>
                    <a:lnTo>
                      <a:pt x="0" y="416950"/>
                    </a:lnTo>
                    <a:lnTo>
                      <a:pt x="416950" y="416950"/>
                    </a:lnTo>
                    <a:lnTo>
                      <a:pt x="416950" y="0"/>
                    </a:lnTo>
                    <a:close/>
                  </a:path>
                </a:pathLst>
              </a:custGeom>
              <a:solidFill>
                <a:srgbClr val="1300E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18">
                <a:extLst>
                  <a:ext uri="{FF2B5EF4-FFF2-40B4-BE49-F238E27FC236}">
                    <a16:creationId xmlns:a16="http://schemas.microsoft.com/office/drawing/2014/main" id="{FA895B7B-A11A-9EB7-CBA9-615AFE8B0033}"/>
                  </a:ext>
                </a:extLst>
              </p:cNvPr>
              <p:cNvSpPr/>
              <p:nvPr/>
            </p:nvSpPr>
            <p:spPr>
              <a:xfrm>
                <a:off x="6475173" y="3806998"/>
                <a:ext cx="835660" cy="835660"/>
              </a:xfrm>
              <a:custGeom>
                <a:avLst/>
                <a:gdLst/>
                <a:ahLst/>
                <a:cxnLst/>
                <a:rect l="l" t="t" r="r" b="b"/>
                <a:pathLst>
                  <a:path w="835659" h="835660">
                    <a:moveTo>
                      <a:pt x="835252" y="0"/>
                    </a:moveTo>
                    <a:lnTo>
                      <a:pt x="0" y="835252"/>
                    </a:lnTo>
                    <a:lnTo>
                      <a:pt x="418301" y="835252"/>
                    </a:lnTo>
                    <a:lnTo>
                      <a:pt x="835252" y="418301"/>
                    </a:lnTo>
                    <a:lnTo>
                      <a:pt x="835252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19">
                <a:extLst>
                  <a:ext uri="{FF2B5EF4-FFF2-40B4-BE49-F238E27FC236}">
                    <a16:creationId xmlns:a16="http://schemas.microsoft.com/office/drawing/2014/main" id="{43859944-191E-08D8-54B8-540033B92D01}"/>
                  </a:ext>
                </a:extLst>
              </p:cNvPr>
              <p:cNvSpPr/>
              <p:nvPr/>
            </p:nvSpPr>
            <p:spPr>
              <a:xfrm>
                <a:off x="6475172" y="3807000"/>
                <a:ext cx="835660" cy="835660"/>
              </a:xfrm>
              <a:custGeom>
                <a:avLst/>
                <a:gdLst/>
                <a:ahLst/>
                <a:cxnLst/>
                <a:rect l="l" t="t" r="r" b="b"/>
                <a:pathLst>
                  <a:path w="835659" h="835660">
                    <a:moveTo>
                      <a:pt x="835252" y="0"/>
                    </a:moveTo>
                    <a:lnTo>
                      <a:pt x="418301" y="0"/>
                    </a:lnTo>
                    <a:lnTo>
                      <a:pt x="0" y="418301"/>
                    </a:lnTo>
                    <a:lnTo>
                      <a:pt x="0" y="835252"/>
                    </a:lnTo>
                    <a:lnTo>
                      <a:pt x="835252" y="0"/>
                    </a:lnTo>
                    <a:close/>
                  </a:path>
                </a:pathLst>
              </a:custGeom>
              <a:solidFill>
                <a:srgbClr val="1600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20">
                <a:extLst>
                  <a:ext uri="{FF2B5EF4-FFF2-40B4-BE49-F238E27FC236}">
                    <a16:creationId xmlns:a16="http://schemas.microsoft.com/office/drawing/2014/main" id="{6BBD6264-9A36-7CAA-6168-3EFB92BCBAFC}"/>
                  </a:ext>
                </a:extLst>
              </p:cNvPr>
              <p:cNvSpPr/>
              <p:nvPr/>
            </p:nvSpPr>
            <p:spPr>
              <a:xfrm>
                <a:off x="6475169" y="3807004"/>
                <a:ext cx="418465" cy="418465"/>
              </a:xfrm>
              <a:custGeom>
                <a:avLst/>
                <a:gdLst/>
                <a:ahLst/>
                <a:cxnLst/>
                <a:rect l="l" t="t" r="r" b="b"/>
                <a:pathLst>
                  <a:path w="418465" h="418464">
                    <a:moveTo>
                      <a:pt x="418301" y="0"/>
                    </a:moveTo>
                    <a:lnTo>
                      <a:pt x="0" y="0"/>
                    </a:lnTo>
                    <a:lnTo>
                      <a:pt x="0" y="418301"/>
                    </a:lnTo>
                    <a:lnTo>
                      <a:pt x="41830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pic>
        <p:nvPicPr>
          <p:cNvPr id="49" name="Picture 48">
            <a:extLst>
              <a:ext uri="{FF2B5EF4-FFF2-40B4-BE49-F238E27FC236}">
                <a16:creationId xmlns:a16="http://schemas.microsoft.com/office/drawing/2014/main" id="{BD89AC8E-0C51-AF11-F082-E0C38BDC80A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842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Break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ext, clipart, vector graphics&#10;&#10;Description automatically generated">
            <a:extLst>
              <a:ext uri="{FF2B5EF4-FFF2-40B4-BE49-F238E27FC236}">
                <a16:creationId xmlns:a16="http://schemas.microsoft.com/office/drawing/2014/main" id="{D7E166FB-6E24-F2EF-9262-16A08C39D90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4"/>
            <a:ext cx="20104100" cy="113085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2D19C75-5423-9FD7-1D8B-03F14150ADA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767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Break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Logo&#10;&#10;Description automatically generated">
            <a:extLst>
              <a:ext uri="{FF2B5EF4-FFF2-40B4-BE49-F238E27FC236}">
                <a16:creationId xmlns:a16="http://schemas.microsoft.com/office/drawing/2014/main" id="{C1BD6B6B-7EF3-1EC7-6137-25986D82CD1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855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Breaker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Logo&#10;&#10;Description automatically generated">
            <a:extLst>
              <a:ext uri="{FF2B5EF4-FFF2-40B4-BE49-F238E27FC236}">
                <a16:creationId xmlns:a16="http://schemas.microsoft.com/office/drawing/2014/main" id="{A15F49F6-2633-4313-E922-9AE96033D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104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2">
            <a:extLst>
              <a:ext uri="{FF2B5EF4-FFF2-40B4-BE49-F238E27FC236}">
                <a16:creationId xmlns:a16="http://schemas.microsoft.com/office/drawing/2014/main" id="{AFF65B71-2FEF-AF50-35A7-58EAA234E018}"/>
              </a:ext>
            </a:extLst>
          </p:cNvPr>
          <p:cNvSpPr/>
          <p:nvPr userDrawn="1"/>
        </p:nvSpPr>
        <p:spPr>
          <a:xfrm>
            <a:off x="0" y="6276018"/>
            <a:ext cx="20104100" cy="5033010"/>
          </a:xfrm>
          <a:custGeom>
            <a:avLst/>
            <a:gdLst/>
            <a:ahLst/>
            <a:cxnLst/>
            <a:rect l="l" t="t" r="r" b="b"/>
            <a:pathLst>
              <a:path w="20104100" h="5033009">
                <a:moveTo>
                  <a:pt x="20104099" y="0"/>
                </a:moveTo>
                <a:lnTo>
                  <a:pt x="0" y="0"/>
                </a:lnTo>
                <a:lnTo>
                  <a:pt x="0" y="5032537"/>
                </a:lnTo>
                <a:lnTo>
                  <a:pt x="20104099" y="5032537"/>
                </a:lnTo>
                <a:lnTo>
                  <a:pt x="20104099" y="0"/>
                </a:lnTo>
                <a:close/>
              </a:path>
            </a:pathLst>
          </a:custGeom>
          <a:solidFill>
            <a:srgbClr val="97B4FF">
              <a:alpha val="14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Picture 21" descr="Logo&#10;&#10;Description automatically generated">
            <a:extLst>
              <a:ext uri="{FF2B5EF4-FFF2-40B4-BE49-F238E27FC236}">
                <a16:creationId xmlns:a16="http://schemas.microsoft.com/office/drawing/2014/main" id="{BA05FB47-7303-F20F-0E61-C6ACCA3A5F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F47EBB95-7DEA-6596-7919-16C2F7BD3080}"/>
              </a:ext>
            </a:extLst>
          </p:cNvPr>
          <p:cNvGrpSpPr/>
          <p:nvPr userDrawn="1"/>
        </p:nvGrpSpPr>
        <p:grpSpPr>
          <a:xfrm>
            <a:off x="0" y="325897"/>
            <a:ext cx="1888670" cy="516766"/>
            <a:chOff x="0" y="958109"/>
            <a:chExt cx="1888670" cy="516766"/>
          </a:xfrm>
        </p:grpSpPr>
        <p:sp>
          <p:nvSpPr>
            <p:cNvPr id="16" name="object 19">
              <a:extLst>
                <a:ext uri="{FF2B5EF4-FFF2-40B4-BE49-F238E27FC236}">
                  <a16:creationId xmlns:a16="http://schemas.microsoft.com/office/drawing/2014/main" id="{B7873FF6-2CEB-505E-B10A-A5B2F9693B60}"/>
                </a:ext>
              </a:extLst>
            </p:cNvPr>
            <p:cNvSpPr/>
            <p:nvPr userDrawn="1"/>
          </p:nvSpPr>
          <p:spPr>
            <a:xfrm>
              <a:off x="0" y="958620"/>
              <a:ext cx="1887324" cy="516255"/>
            </a:xfrm>
            <a:custGeom>
              <a:avLst/>
              <a:gdLst/>
              <a:ahLst/>
              <a:cxnLst/>
              <a:rect l="l" t="t" r="r" b="b"/>
              <a:pathLst>
                <a:path w="1780539" h="487044">
                  <a:moveTo>
                    <a:pt x="1780050" y="0"/>
                  </a:moveTo>
                  <a:lnTo>
                    <a:pt x="0" y="0"/>
                  </a:lnTo>
                  <a:lnTo>
                    <a:pt x="0" y="486634"/>
                  </a:lnTo>
                  <a:lnTo>
                    <a:pt x="1780050" y="486634"/>
                  </a:lnTo>
                  <a:lnTo>
                    <a:pt x="1780050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DF8A078-0EBA-7813-206C-573520590107}"/>
                </a:ext>
              </a:extLst>
            </p:cNvPr>
            <p:cNvGrpSpPr/>
            <p:nvPr userDrawn="1"/>
          </p:nvGrpSpPr>
          <p:grpSpPr>
            <a:xfrm>
              <a:off x="858870" y="958109"/>
              <a:ext cx="516376" cy="516374"/>
              <a:chOff x="849173" y="1053123"/>
              <a:chExt cx="516376" cy="516374"/>
            </a:xfrm>
          </p:grpSpPr>
          <p:sp>
            <p:nvSpPr>
              <p:cNvPr id="24" name="object 20">
                <a:extLst>
                  <a:ext uri="{FF2B5EF4-FFF2-40B4-BE49-F238E27FC236}">
                    <a16:creationId xmlns:a16="http://schemas.microsoft.com/office/drawing/2014/main" id="{28B42E51-8E4A-1EBA-DAEC-0056E643FF26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1">
                <a:extLst>
                  <a:ext uri="{FF2B5EF4-FFF2-40B4-BE49-F238E27FC236}">
                    <a16:creationId xmlns:a16="http://schemas.microsoft.com/office/drawing/2014/main" id="{7ADCE679-71DC-8A21-96BC-F34EA26DA8B9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2">
                <a:extLst>
                  <a:ext uri="{FF2B5EF4-FFF2-40B4-BE49-F238E27FC236}">
                    <a16:creationId xmlns:a16="http://schemas.microsoft.com/office/drawing/2014/main" id="{3D5A1F41-60DE-06AD-4504-47747FC6CC7B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7" name="object 23">
                <a:extLst>
                  <a:ext uri="{FF2B5EF4-FFF2-40B4-BE49-F238E27FC236}">
                    <a16:creationId xmlns:a16="http://schemas.microsoft.com/office/drawing/2014/main" id="{42206135-C0C7-9FDB-7E9C-58469125EA94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AF932E5-7449-FE42-6D4B-3D9D34F1D6FE}"/>
                </a:ext>
              </a:extLst>
            </p:cNvPr>
            <p:cNvGrpSpPr/>
            <p:nvPr userDrawn="1"/>
          </p:nvGrpSpPr>
          <p:grpSpPr>
            <a:xfrm flipH="1">
              <a:off x="1372294" y="958109"/>
              <a:ext cx="516376" cy="516374"/>
              <a:chOff x="849173" y="1053123"/>
              <a:chExt cx="516376" cy="516374"/>
            </a:xfrm>
          </p:grpSpPr>
          <p:sp>
            <p:nvSpPr>
              <p:cNvPr id="19" name="object 20">
                <a:extLst>
                  <a:ext uri="{FF2B5EF4-FFF2-40B4-BE49-F238E27FC236}">
                    <a16:creationId xmlns:a16="http://schemas.microsoft.com/office/drawing/2014/main" id="{0AC777DA-8DC6-9785-C88B-D2BA54F5033C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21">
                <a:extLst>
                  <a:ext uri="{FF2B5EF4-FFF2-40B4-BE49-F238E27FC236}">
                    <a16:creationId xmlns:a16="http://schemas.microsoft.com/office/drawing/2014/main" id="{11ABCAEE-2FEF-452D-24EF-384F9A40D0A9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2">
                <a:extLst>
                  <a:ext uri="{FF2B5EF4-FFF2-40B4-BE49-F238E27FC236}">
                    <a16:creationId xmlns:a16="http://schemas.microsoft.com/office/drawing/2014/main" id="{304E2FEF-4074-3B77-3964-344D0BCC06A0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3" name="object 23">
                <a:extLst>
                  <a:ext uri="{FF2B5EF4-FFF2-40B4-BE49-F238E27FC236}">
                    <a16:creationId xmlns:a16="http://schemas.microsoft.com/office/drawing/2014/main" id="{A96D4836-4F5C-FEC3-4534-DBA866C324AF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31947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Logo&#10;&#10;Description automatically generated">
            <a:extLst>
              <a:ext uri="{FF2B5EF4-FFF2-40B4-BE49-F238E27FC236}">
                <a16:creationId xmlns:a16="http://schemas.microsoft.com/office/drawing/2014/main" id="{8FF4D996-46E0-F43E-3071-82162457D80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188D44F-2A19-0710-82F9-37747749B592}"/>
              </a:ext>
            </a:extLst>
          </p:cNvPr>
          <p:cNvGrpSpPr/>
          <p:nvPr userDrawn="1"/>
        </p:nvGrpSpPr>
        <p:grpSpPr>
          <a:xfrm>
            <a:off x="0" y="325897"/>
            <a:ext cx="1888670" cy="516766"/>
            <a:chOff x="0" y="958109"/>
            <a:chExt cx="1888670" cy="516766"/>
          </a:xfrm>
        </p:grpSpPr>
        <p:sp>
          <p:nvSpPr>
            <p:cNvPr id="3" name="object 19">
              <a:extLst>
                <a:ext uri="{FF2B5EF4-FFF2-40B4-BE49-F238E27FC236}">
                  <a16:creationId xmlns:a16="http://schemas.microsoft.com/office/drawing/2014/main" id="{7EEE1073-DCD6-BFB8-AC60-270395A54F9F}"/>
                </a:ext>
              </a:extLst>
            </p:cNvPr>
            <p:cNvSpPr/>
            <p:nvPr userDrawn="1"/>
          </p:nvSpPr>
          <p:spPr>
            <a:xfrm>
              <a:off x="0" y="958620"/>
              <a:ext cx="1887324" cy="516255"/>
            </a:xfrm>
            <a:custGeom>
              <a:avLst/>
              <a:gdLst/>
              <a:ahLst/>
              <a:cxnLst/>
              <a:rect l="l" t="t" r="r" b="b"/>
              <a:pathLst>
                <a:path w="1780539" h="487044">
                  <a:moveTo>
                    <a:pt x="1780050" y="0"/>
                  </a:moveTo>
                  <a:lnTo>
                    <a:pt x="0" y="0"/>
                  </a:lnTo>
                  <a:lnTo>
                    <a:pt x="0" y="486634"/>
                  </a:lnTo>
                  <a:lnTo>
                    <a:pt x="1780050" y="486634"/>
                  </a:lnTo>
                  <a:lnTo>
                    <a:pt x="1780050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25663A6-4A25-9C65-BE16-D58A24C57339}"/>
                </a:ext>
              </a:extLst>
            </p:cNvPr>
            <p:cNvGrpSpPr/>
            <p:nvPr userDrawn="1"/>
          </p:nvGrpSpPr>
          <p:grpSpPr>
            <a:xfrm>
              <a:off x="858870" y="958109"/>
              <a:ext cx="516376" cy="516374"/>
              <a:chOff x="849173" y="1053123"/>
              <a:chExt cx="516376" cy="516374"/>
            </a:xfrm>
          </p:grpSpPr>
          <p:sp>
            <p:nvSpPr>
              <p:cNvPr id="22" name="object 20">
                <a:extLst>
                  <a:ext uri="{FF2B5EF4-FFF2-40B4-BE49-F238E27FC236}">
                    <a16:creationId xmlns:a16="http://schemas.microsoft.com/office/drawing/2014/main" id="{39934347-9028-0F1A-947F-7A73EF355083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1">
                <a:extLst>
                  <a:ext uri="{FF2B5EF4-FFF2-40B4-BE49-F238E27FC236}">
                    <a16:creationId xmlns:a16="http://schemas.microsoft.com/office/drawing/2014/main" id="{3010719E-48C8-2CEF-A7A4-77BD3D4F34D5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" name="object 22">
                <a:extLst>
                  <a:ext uri="{FF2B5EF4-FFF2-40B4-BE49-F238E27FC236}">
                    <a16:creationId xmlns:a16="http://schemas.microsoft.com/office/drawing/2014/main" id="{4D28CCBA-D12D-96C3-ADD7-1C64848C457D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6" name="object 23">
                <a:extLst>
                  <a:ext uri="{FF2B5EF4-FFF2-40B4-BE49-F238E27FC236}">
                    <a16:creationId xmlns:a16="http://schemas.microsoft.com/office/drawing/2014/main" id="{9696A8E6-E1FA-BD90-5C30-1A61450CF2CC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0686986-D8DC-1B6E-046F-B8F6CA8BEF7B}"/>
                </a:ext>
              </a:extLst>
            </p:cNvPr>
            <p:cNvGrpSpPr/>
            <p:nvPr userDrawn="1"/>
          </p:nvGrpSpPr>
          <p:grpSpPr>
            <a:xfrm flipH="1">
              <a:off x="1372294" y="958109"/>
              <a:ext cx="516376" cy="516374"/>
              <a:chOff x="849173" y="1053123"/>
              <a:chExt cx="516376" cy="516374"/>
            </a:xfrm>
          </p:grpSpPr>
          <p:sp>
            <p:nvSpPr>
              <p:cNvPr id="6" name="object 20">
                <a:extLst>
                  <a:ext uri="{FF2B5EF4-FFF2-40B4-BE49-F238E27FC236}">
                    <a16:creationId xmlns:a16="http://schemas.microsoft.com/office/drawing/2014/main" id="{C74F06D2-6B6B-C248-0D5F-3FC14E07DF6C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" name="object 21">
                <a:extLst>
                  <a:ext uri="{FF2B5EF4-FFF2-40B4-BE49-F238E27FC236}">
                    <a16:creationId xmlns:a16="http://schemas.microsoft.com/office/drawing/2014/main" id="{F95A3D12-7F84-B2B2-08D1-C87882F4DDF7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66DA927F-AAD5-B42D-54A6-7C2F3260B77B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1" name="object 23">
                <a:extLst>
                  <a:ext uri="{FF2B5EF4-FFF2-40B4-BE49-F238E27FC236}">
                    <a16:creationId xmlns:a16="http://schemas.microsoft.com/office/drawing/2014/main" id="{10C5A90C-E939-C42A-5528-D3DA3D54760F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67275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736A0098-2D56-EF59-4B1F-FEF26348C4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4E8116F-CA4C-2462-18DC-BE3E8B4E4D6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864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F3A9F4-A73D-8B88-8A7D-A193313AD56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9A95B7A2-C9CF-4DC7-D38B-CE6C378BA1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7729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CCB2ECF6-993C-DE06-6326-2FCA64AB9E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4C6EE02-5975-88E0-6656-A2B94BDE365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784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Logo&#10;&#10;Description automatically generated">
            <a:extLst>
              <a:ext uri="{FF2B5EF4-FFF2-40B4-BE49-F238E27FC236}">
                <a16:creationId xmlns:a16="http://schemas.microsoft.com/office/drawing/2014/main" id="{C359162A-D459-FB0B-CA3E-C9993DAADA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489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9371EAAB-AD8E-51A4-AD68-7F9CD12FB3A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199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976763" y="799029"/>
            <a:ext cx="12318370" cy="842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779759" y="2498897"/>
            <a:ext cx="16544580" cy="65970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50" b="0" i="0">
                <a:solidFill>
                  <a:srgbClr val="05003B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13B053-E41F-034A-8DDD-768FDFC17613}" type="datetime1">
              <a:rPr lang="en-MY" smtClean="0"/>
              <a:t>11/3/2026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6" r:id="rId4"/>
    <p:sldLayoutId id="2147483667" r:id="rId5"/>
    <p:sldLayoutId id="2147483664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0">
            <a:extLst>
              <a:ext uri="{FF2B5EF4-FFF2-40B4-BE49-F238E27FC236}">
                <a16:creationId xmlns:a16="http://schemas.microsoft.com/office/drawing/2014/main" id="{DBD32444-15FF-AB18-2649-D7E5061F26DB}"/>
              </a:ext>
            </a:extLst>
          </p:cNvPr>
          <p:cNvSpPr txBox="1">
            <a:spLocks/>
          </p:cNvSpPr>
          <p:nvPr/>
        </p:nvSpPr>
        <p:spPr>
          <a:xfrm>
            <a:off x="11423367" y="3411631"/>
            <a:ext cx="7183656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90"/>
              </a:spcBef>
            </a:pPr>
            <a:r>
              <a:rPr lang="en-MY" sz="4400" b="1" spc="-10" dirty="0">
                <a:solidFill>
                  <a:srgbClr val="1500D9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LOREM IPSUM DOLOR</a:t>
            </a:r>
            <a:endParaRPr lang="en-MY" sz="4400" b="1" dirty="0">
              <a:solidFill>
                <a:srgbClr val="1500D9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A76E7E3-8727-A936-E969-9624A4AD976A}"/>
              </a:ext>
            </a:extLst>
          </p:cNvPr>
          <p:cNvSpPr txBox="1"/>
          <p:nvPr/>
        </p:nvSpPr>
        <p:spPr>
          <a:xfrm>
            <a:off x="11423367" y="4069652"/>
            <a:ext cx="7091045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GB" sz="4400" dirty="0">
                <a:solidFill>
                  <a:srgbClr val="1300E2"/>
                </a:solidFill>
                <a:latin typeface="Arial Black"/>
                <a:cs typeface="Arial Black"/>
              </a:rPr>
              <a:t>SIT AMET ELIT EGET</a:t>
            </a:r>
            <a:endParaRPr sz="4400" dirty="0">
              <a:latin typeface="Arial Black"/>
              <a:cs typeface="Arial Black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BC0055CE-824E-E9A5-EAC3-F471B80A2516}"/>
              </a:ext>
            </a:extLst>
          </p:cNvPr>
          <p:cNvSpPr txBox="1"/>
          <p:nvPr/>
        </p:nvSpPr>
        <p:spPr>
          <a:xfrm>
            <a:off x="11418060" y="6363540"/>
            <a:ext cx="6819139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dirty="0">
                <a:solidFill>
                  <a:srgbClr val="FF7900"/>
                </a:solidFill>
                <a:latin typeface="Arial"/>
                <a:cs typeface="Arial"/>
              </a:rPr>
              <a:t>SUBHEADLINE </a:t>
            </a:r>
            <a:r>
              <a:rPr lang="en-GB" sz="2800" dirty="0">
                <a:solidFill>
                  <a:srgbClr val="FF7900"/>
                </a:solidFill>
                <a:latin typeface="Arial"/>
                <a:cs typeface="Arial"/>
              </a:rPr>
              <a:t>(Regular, 28)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374B7DE7-33F9-F763-E4F6-E5793299E9E4}"/>
              </a:ext>
            </a:extLst>
          </p:cNvPr>
          <p:cNvSpPr txBox="1"/>
          <p:nvPr/>
        </p:nvSpPr>
        <p:spPr>
          <a:xfrm>
            <a:off x="11407886" y="7815695"/>
            <a:ext cx="3095625" cy="44755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US" sz="2800" spc="-10" dirty="0">
                <a:solidFill>
                  <a:srgbClr val="1300E2"/>
                </a:solidFill>
                <a:latin typeface="Arial"/>
                <a:cs typeface="Arial"/>
              </a:rPr>
              <a:t>1 January 2025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6" name="object 10">
            <a:extLst>
              <a:ext uri="{FF2B5EF4-FFF2-40B4-BE49-F238E27FC236}">
                <a16:creationId xmlns:a16="http://schemas.microsoft.com/office/drawing/2014/main" id="{A950007A-C6AD-C528-2F76-926E3C4EE96E}"/>
              </a:ext>
            </a:extLst>
          </p:cNvPr>
          <p:cNvSpPr txBox="1">
            <a:spLocks/>
          </p:cNvSpPr>
          <p:nvPr/>
        </p:nvSpPr>
        <p:spPr>
          <a:xfrm>
            <a:off x="11423367" y="4720202"/>
            <a:ext cx="7183656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90"/>
              </a:spcBef>
            </a:pPr>
            <a:r>
              <a:rPr lang="en-MY" sz="4400" b="1" spc="-10" dirty="0">
                <a:solidFill>
                  <a:srgbClr val="1500D9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ADIPISCING CRAS</a:t>
            </a:r>
            <a:endParaRPr lang="en-MY" sz="4400" b="1" dirty="0">
              <a:solidFill>
                <a:srgbClr val="1500D9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7" name="object 11">
            <a:extLst>
              <a:ext uri="{FF2B5EF4-FFF2-40B4-BE49-F238E27FC236}">
                <a16:creationId xmlns:a16="http://schemas.microsoft.com/office/drawing/2014/main" id="{DB3E6E37-D18C-EE5B-8925-B6FB7B6EF857}"/>
              </a:ext>
            </a:extLst>
          </p:cNvPr>
          <p:cNvSpPr txBox="1"/>
          <p:nvPr/>
        </p:nvSpPr>
        <p:spPr>
          <a:xfrm>
            <a:off x="11423367" y="5378223"/>
            <a:ext cx="7091045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GB" sz="4400" dirty="0">
                <a:solidFill>
                  <a:srgbClr val="1300E2"/>
                </a:solidFill>
                <a:latin typeface="Arial Black"/>
                <a:cs typeface="Arial Black"/>
              </a:rPr>
              <a:t>(Arial Black, 44)</a:t>
            </a:r>
            <a:endParaRPr sz="4400" dirty="0">
              <a:latin typeface="Arial Black"/>
              <a:cs typeface="Arial Black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857AC4-8EB2-24D5-615A-6B8620E9815E}"/>
              </a:ext>
            </a:extLst>
          </p:cNvPr>
          <p:cNvSpPr txBox="1"/>
          <p:nvPr/>
        </p:nvSpPr>
        <p:spPr>
          <a:xfrm>
            <a:off x="19925414" y="922906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9FA9C7-F862-B723-1675-3B58D93C2A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72" r="31336" b="986"/>
          <a:stretch>
            <a:fillRect/>
          </a:stretch>
        </p:blipFill>
        <p:spPr>
          <a:xfrm>
            <a:off x="0" y="0"/>
            <a:ext cx="10553076" cy="1130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9481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1F485-7022-03A3-3BEE-497F43031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8">
            <a:extLst>
              <a:ext uri="{FF2B5EF4-FFF2-40B4-BE49-F238E27FC236}">
                <a16:creationId xmlns:a16="http://schemas.microsoft.com/office/drawing/2014/main" id="{88EFFEDA-441B-8AB0-84FF-2586F313B296}"/>
              </a:ext>
            </a:extLst>
          </p:cNvPr>
          <p:cNvSpPr txBox="1"/>
          <p:nvPr/>
        </p:nvSpPr>
        <p:spPr>
          <a:xfrm>
            <a:off x="855171" y="7161330"/>
            <a:ext cx="13327594" cy="2391873"/>
          </a:xfrm>
          <a:prstGeom prst="rect">
            <a:avLst/>
          </a:prstGeom>
        </p:spPr>
        <p:txBody>
          <a:bodyPr vert="horz" wrap="square" lIns="0" tIns="27051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2130"/>
              </a:spcBef>
            </a:pPr>
            <a:r>
              <a:rPr sz="3600" dirty="0">
                <a:solidFill>
                  <a:srgbClr val="FF7900"/>
                </a:solidFill>
                <a:latin typeface="Arial Black"/>
                <a:cs typeface="Arial Black"/>
              </a:rPr>
              <a:t>SLIDE</a:t>
            </a:r>
            <a:r>
              <a:rPr sz="3600" spc="240" dirty="0">
                <a:solidFill>
                  <a:srgbClr val="FF7900"/>
                </a:solidFill>
                <a:latin typeface="Arial Black"/>
                <a:cs typeface="Arial Black"/>
              </a:rPr>
              <a:t> </a:t>
            </a:r>
            <a:r>
              <a:rPr sz="3600" spc="-10" dirty="0">
                <a:solidFill>
                  <a:srgbClr val="FF7900"/>
                </a:solidFill>
                <a:latin typeface="Arial Black"/>
                <a:cs typeface="Arial Black"/>
              </a:rPr>
              <a:t>SUBTITLE</a:t>
            </a:r>
            <a:r>
              <a:rPr lang="en-GB" sz="3600" spc="-10" dirty="0">
                <a:solidFill>
                  <a:srgbClr val="FF7900"/>
                </a:solidFill>
                <a:latin typeface="Arial Black"/>
                <a:cs typeface="Arial Black"/>
              </a:rPr>
              <a:t> (Arial Black, 36)</a:t>
            </a:r>
            <a:endParaRPr sz="3600" dirty="0">
              <a:latin typeface="Arial Black"/>
              <a:cs typeface="Arial Black"/>
            </a:endParaRPr>
          </a:p>
          <a:p>
            <a:pPr marL="43815" marR="5080" algn="just">
              <a:lnSpc>
                <a:spcPct val="101099"/>
              </a:lnSpc>
              <a:spcBef>
                <a:spcPts val="1400"/>
              </a:spcBef>
            </a:pPr>
            <a:r>
              <a:rPr lang="en-MY" sz="3000" spc="-10" dirty="0">
                <a:latin typeface="Arial"/>
                <a:cs typeface="Arial"/>
              </a:rPr>
              <a:t>(Arial Regular, 30) </a:t>
            </a:r>
            <a:r>
              <a:rPr sz="3000" dirty="0">
                <a:latin typeface="Arial"/>
                <a:cs typeface="Arial"/>
              </a:rPr>
              <a:t>dolor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 err="1">
                <a:latin typeface="Arial"/>
                <a:cs typeface="Arial"/>
              </a:rPr>
              <a:t>amet</a:t>
            </a:r>
            <a:r>
              <a:rPr sz="3000" dirty="0">
                <a:latin typeface="Arial"/>
                <a:cs typeface="Arial"/>
              </a:rPr>
              <a:t>,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spc="-25" dirty="0">
                <a:latin typeface="Arial"/>
                <a:cs typeface="Arial"/>
              </a:rPr>
              <a:t>consectetuer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spc="-20" dirty="0">
                <a:latin typeface="Arial"/>
                <a:cs typeface="Arial"/>
              </a:rPr>
              <a:t>adipiscing</a:t>
            </a:r>
            <a:r>
              <a:rPr sz="3000" spc="-12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elit,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sed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diam</a:t>
            </a:r>
            <a:r>
              <a:rPr sz="3000" spc="-125" dirty="0">
                <a:latin typeface="Arial"/>
                <a:cs typeface="Arial"/>
              </a:rPr>
              <a:t> </a:t>
            </a:r>
            <a:r>
              <a:rPr sz="3000" spc="-10" dirty="0">
                <a:latin typeface="Arial"/>
                <a:cs typeface="Arial"/>
              </a:rPr>
              <a:t>nonummy </a:t>
            </a:r>
            <a:r>
              <a:rPr sz="3000" dirty="0">
                <a:latin typeface="Arial"/>
                <a:cs typeface="Arial"/>
              </a:rPr>
              <a:t>nibh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euismod</a:t>
            </a:r>
            <a:r>
              <a:rPr sz="3000" spc="3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tincidunt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ut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laoreet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dolore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magna</a:t>
            </a:r>
            <a:r>
              <a:rPr sz="3000" spc="3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aliquam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erat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volutpat.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spc="-25" dirty="0">
                <a:latin typeface="Arial"/>
                <a:cs typeface="Arial"/>
              </a:rPr>
              <a:t>Ut </a:t>
            </a:r>
            <a:r>
              <a:rPr sz="3000" dirty="0">
                <a:latin typeface="Arial"/>
                <a:cs typeface="Arial"/>
              </a:rPr>
              <a:t>wisi</a:t>
            </a:r>
            <a:r>
              <a:rPr sz="3000" spc="1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enim</a:t>
            </a:r>
            <a:r>
              <a:rPr sz="3000" spc="114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ad</a:t>
            </a:r>
            <a:r>
              <a:rPr sz="3000" spc="1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minim</a:t>
            </a:r>
            <a:r>
              <a:rPr sz="3000" spc="114" dirty="0">
                <a:latin typeface="Arial"/>
                <a:cs typeface="Arial"/>
              </a:rPr>
              <a:t> </a:t>
            </a:r>
            <a:r>
              <a:rPr sz="3000" dirty="0" err="1">
                <a:latin typeface="Arial"/>
                <a:cs typeface="Arial"/>
              </a:rPr>
              <a:t>veniam</a:t>
            </a:r>
            <a:r>
              <a:rPr lang="en-GB" sz="3000" dirty="0">
                <a:latin typeface="Arial"/>
                <a:cs typeface="Arial"/>
              </a:rPr>
              <a:t>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3" name="object 9">
            <a:extLst>
              <a:ext uri="{FF2B5EF4-FFF2-40B4-BE49-F238E27FC236}">
                <a16:creationId xmlns:a16="http://schemas.microsoft.com/office/drawing/2014/main" id="{15944745-F685-4561-DC2C-F197CA7FCE2F}"/>
              </a:ext>
            </a:extLst>
          </p:cNvPr>
          <p:cNvSpPr txBox="1"/>
          <p:nvPr/>
        </p:nvSpPr>
        <p:spPr>
          <a:xfrm>
            <a:off x="855172" y="1343535"/>
            <a:ext cx="13327593" cy="280448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Lorem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ipsum</a:t>
            </a:r>
            <a:r>
              <a:rPr sz="3000" b="1" spc="15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dolor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spc="-20" dirty="0" err="1">
                <a:solidFill>
                  <a:srgbClr val="1D1D1B"/>
                </a:solidFill>
                <a:latin typeface="Arial"/>
                <a:cs typeface="Arial"/>
              </a:rPr>
              <a:t>amet</a:t>
            </a:r>
            <a:r>
              <a:rPr lang="en-US" sz="3000" b="1" spc="-20" dirty="0">
                <a:solidFill>
                  <a:srgbClr val="1D1D1B"/>
                </a:solidFill>
                <a:latin typeface="Arial"/>
                <a:cs typeface="Arial"/>
              </a:rPr>
              <a:t> (Arial Bold, 30)</a:t>
            </a:r>
            <a:endParaRPr sz="3000" dirty="0">
              <a:latin typeface="Arial"/>
              <a:cs typeface="Arial"/>
            </a:endParaRPr>
          </a:p>
          <a:p>
            <a:pPr marL="12700" marR="5080">
              <a:lnSpc>
                <a:spcPct val="101099"/>
              </a:lnSpc>
            </a:pPr>
            <a:r>
              <a:rPr lang="en-MY" sz="3000" spc="-10" dirty="0">
                <a:solidFill>
                  <a:srgbClr val="1D1D1B"/>
                </a:solidFill>
                <a:latin typeface="Arial"/>
                <a:cs typeface="Arial"/>
              </a:rPr>
              <a:t>(Arial Regular, 30)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amet,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5" dirty="0">
                <a:solidFill>
                  <a:srgbClr val="1D1D1B"/>
                </a:solidFill>
                <a:latin typeface="Arial"/>
                <a:cs typeface="Arial"/>
              </a:rPr>
              <a:t>consectetuer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0" dirty="0">
                <a:solidFill>
                  <a:srgbClr val="1D1D1B"/>
                </a:solidFill>
                <a:latin typeface="Arial"/>
                <a:cs typeface="Arial"/>
              </a:rPr>
              <a:t>adipiscing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elit,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sed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diam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 err="1">
                <a:solidFill>
                  <a:srgbClr val="1D1D1B"/>
                </a:solidFill>
                <a:latin typeface="Arial"/>
                <a:cs typeface="Arial"/>
              </a:rPr>
              <a:t>nonumm</a:t>
            </a:r>
            <a:r>
              <a:rPr lang="en-GB" sz="3000" spc="-10" dirty="0">
                <a:solidFill>
                  <a:srgbClr val="1D1D1B"/>
                </a:solidFill>
                <a:latin typeface="Arial"/>
                <a:cs typeface="Arial"/>
              </a:rPr>
              <a:t>y.</a:t>
            </a:r>
            <a:br>
              <a:rPr lang="en-GB" sz="3000" spc="-10" dirty="0">
                <a:solidFill>
                  <a:srgbClr val="1D1D1B"/>
                </a:solidFill>
                <a:latin typeface="Arial"/>
                <a:cs typeface="Arial"/>
              </a:rPr>
            </a:br>
            <a:endParaRPr sz="3000" dirty="0">
              <a:latin typeface="Arial"/>
              <a:cs typeface="Arial"/>
            </a:endParaRPr>
          </a:p>
          <a:p>
            <a:pPr marL="12700" marR="5080">
              <a:lnSpc>
                <a:spcPct val="101099"/>
              </a:lnSpc>
            </a:pP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Lorem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ipsum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dolor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amet,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5" dirty="0">
                <a:solidFill>
                  <a:srgbClr val="1D1D1B"/>
                </a:solidFill>
                <a:latin typeface="Arial"/>
                <a:cs typeface="Arial"/>
              </a:rPr>
              <a:t>consectetuer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0" dirty="0">
                <a:solidFill>
                  <a:srgbClr val="1D1D1B"/>
                </a:solidFill>
                <a:latin typeface="Arial"/>
                <a:cs typeface="Arial"/>
              </a:rPr>
              <a:t>adipiscing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elit,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sed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diam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nonummy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nibh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euismod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tincidunt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ut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laoreet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dolore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magna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aliquam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erat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volutpat.</a:t>
            </a:r>
            <a:endParaRPr sz="30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Ut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wisi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enim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ad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minim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veniam,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quis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nostrud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exerci.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FE04FF35-E8FE-9DCD-0143-D84F0719FF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474953" y="10517696"/>
            <a:ext cx="462394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MY" dirty="0">
                <a:solidFill>
                  <a:srgbClr val="1500D9"/>
                </a:solidFill>
              </a:rPr>
              <a:t>7</a:t>
            </a:r>
          </a:p>
        </p:txBody>
      </p:sp>
      <p:sp>
        <p:nvSpPr>
          <p:cNvPr id="4" name="object 35">
            <a:extLst>
              <a:ext uri="{FF2B5EF4-FFF2-40B4-BE49-F238E27FC236}">
                <a16:creationId xmlns:a16="http://schemas.microsoft.com/office/drawing/2014/main" id="{F2D075FD-FCAD-A038-8AB9-D67C88C05849}"/>
              </a:ext>
            </a:extLst>
          </p:cNvPr>
          <p:cNvSpPr txBox="1">
            <a:spLocks/>
          </p:cNvSpPr>
          <p:nvPr/>
        </p:nvSpPr>
        <p:spPr>
          <a:xfrm>
            <a:off x="2213492" y="361714"/>
            <a:ext cx="16755826" cy="5065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2700">
              <a:spcBef>
                <a:spcPts val="110"/>
              </a:spcBef>
            </a:pPr>
            <a:r>
              <a:rPr lang="en-MY" sz="3200" dirty="0"/>
              <a:t>Executive Problem Statement </a:t>
            </a:r>
            <a:r>
              <a:rPr lang="en-MY" sz="3200" b="1" spc="105" dirty="0">
                <a:latin typeface="Arial Black" panose="020B0604020202020204" pitchFamily="34" charset="0"/>
                <a:cs typeface="Arial Black" panose="020B0604020202020204" pitchFamily="34" charset="0"/>
              </a:rPr>
              <a:t>(Arial Black, 32, ALL CAPS/Title Case)</a:t>
            </a:r>
            <a:endParaRPr lang="en-MY" sz="3200" b="1" spc="90" dirty="0"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452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1648EB-3A44-C622-66F1-7E88574C66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n-MY" smtClean="0">
                <a:solidFill>
                  <a:schemeClr val="bg1"/>
                </a:solidFill>
              </a:rPr>
              <a:t>2</a:t>
            </a:fld>
            <a:endParaRPr lang="en-MY" dirty="0">
              <a:solidFill>
                <a:schemeClr val="bg1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03A60508-6914-E676-4DD9-8EEC2CB1ED3F}"/>
              </a:ext>
            </a:extLst>
          </p:cNvPr>
          <p:cNvSpPr/>
          <p:nvPr/>
        </p:nvSpPr>
        <p:spPr>
          <a:xfrm>
            <a:off x="1015963" y="1831052"/>
            <a:ext cx="5512077" cy="7935595"/>
          </a:xfrm>
          <a:custGeom>
            <a:avLst/>
            <a:gdLst/>
            <a:ahLst/>
            <a:cxnLst/>
            <a:rect l="l" t="t" r="r" b="b"/>
            <a:pathLst>
              <a:path w="5143500" h="7935595">
                <a:moveTo>
                  <a:pt x="5142880" y="0"/>
                </a:moveTo>
                <a:lnTo>
                  <a:pt x="0" y="0"/>
                </a:lnTo>
                <a:lnTo>
                  <a:pt x="0" y="7935014"/>
                </a:lnTo>
                <a:lnTo>
                  <a:pt x="5142880" y="7935014"/>
                </a:lnTo>
                <a:lnTo>
                  <a:pt x="5142880" y="0"/>
                </a:lnTo>
                <a:close/>
              </a:path>
            </a:pathLst>
          </a:custGeom>
          <a:solidFill>
            <a:srgbClr val="90ACFF">
              <a:alpha val="14999"/>
            </a:srgb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89057761-1E4C-8947-300C-9587F0F60AE0}"/>
              </a:ext>
            </a:extLst>
          </p:cNvPr>
          <p:cNvSpPr txBox="1"/>
          <p:nvPr/>
        </p:nvSpPr>
        <p:spPr>
          <a:xfrm>
            <a:off x="1578929" y="2051566"/>
            <a:ext cx="3064510" cy="4654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35"/>
              </a:spcBef>
            </a:pPr>
            <a:r>
              <a:rPr sz="2850" spc="60" dirty="0">
                <a:solidFill>
                  <a:srgbClr val="1300EB"/>
                </a:solidFill>
                <a:latin typeface="Arial Black"/>
                <a:cs typeface="Arial Black"/>
              </a:rPr>
              <a:t>Pie</a:t>
            </a:r>
            <a:r>
              <a:rPr sz="2850" spc="155" dirty="0">
                <a:solidFill>
                  <a:srgbClr val="1300EB"/>
                </a:solidFill>
                <a:latin typeface="Arial Black"/>
                <a:cs typeface="Arial Black"/>
              </a:rPr>
              <a:t> </a:t>
            </a:r>
            <a:r>
              <a:rPr sz="2850" spc="105" dirty="0">
                <a:solidFill>
                  <a:srgbClr val="1300EB"/>
                </a:solidFill>
                <a:latin typeface="Arial Black"/>
                <a:cs typeface="Arial Black"/>
              </a:rPr>
              <a:t>Chart</a:t>
            </a:r>
            <a:r>
              <a:rPr sz="2850" spc="170" dirty="0">
                <a:solidFill>
                  <a:srgbClr val="1300EB"/>
                </a:solidFill>
                <a:latin typeface="Arial Black"/>
                <a:cs typeface="Arial Black"/>
              </a:rPr>
              <a:t> </a:t>
            </a:r>
            <a:r>
              <a:rPr sz="2850" spc="70" dirty="0">
                <a:solidFill>
                  <a:srgbClr val="1300EB"/>
                </a:solidFill>
                <a:latin typeface="Arial Black"/>
                <a:cs typeface="Arial Black"/>
              </a:rPr>
              <a:t>Title</a:t>
            </a:r>
            <a:endParaRPr sz="2850">
              <a:latin typeface="Arial Black"/>
              <a:cs typeface="Arial Black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3130F25A-2047-DEBD-6583-E4CC1436C08C}"/>
              </a:ext>
            </a:extLst>
          </p:cNvPr>
          <p:cNvSpPr txBox="1"/>
          <p:nvPr/>
        </p:nvSpPr>
        <p:spPr>
          <a:xfrm>
            <a:off x="1596109" y="3120886"/>
            <a:ext cx="1395730" cy="5054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3150" spc="70" dirty="0">
                <a:solidFill>
                  <a:srgbClr val="1700E6"/>
                </a:solidFill>
                <a:latin typeface="Arial Black"/>
                <a:cs typeface="Arial Black"/>
              </a:rPr>
              <a:t>+3.4%</a:t>
            </a:r>
            <a:endParaRPr sz="3150">
              <a:latin typeface="Arial Black"/>
              <a:cs typeface="Arial Black"/>
            </a:endParaRP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0863DB5B-BE73-5150-9E4B-718E6BF3A31A}"/>
              </a:ext>
            </a:extLst>
          </p:cNvPr>
          <p:cNvSpPr txBox="1"/>
          <p:nvPr/>
        </p:nvSpPr>
        <p:spPr>
          <a:xfrm>
            <a:off x="1596109" y="3456880"/>
            <a:ext cx="626110" cy="4095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0"/>
              </a:spcBef>
            </a:pPr>
            <a:r>
              <a:rPr sz="2500" spc="-25" dirty="0">
                <a:solidFill>
                  <a:srgbClr val="1700E6"/>
                </a:solidFill>
                <a:latin typeface="Arial Black"/>
                <a:cs typeface="Arial Black"/>
              </a:rPr>
              <a:t>yoy</a:t>
            </a:r>
            <a:endParaRPr sz="2500">
              <a:latin typeface="Arial Black"/>
              <a:cs typeface="Arial Black"/>
            </a:endParaRP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93D5370-33E3-65ED-8EF2-5ADA83C4734A}"/>
              </a:ext>
            </a:extLst>
          </p:cNvPr>
          <p:cNvSpPr txBox="1"/>
          <p:nvPr/>
        </p:nvSpPr>
        <p:spPr>
          <a:xfrm>
            <a:off x="3675591" y="3563607"/>
            <a:ext cx="1248410" cy="986790"/>
          </a:xfrm>
          <a:prstGeom prst="rect">
            <a:avLst/>
          </a:prstGeom>
        </p:spPr>
        <p:txBody>
          <a:bodyPr vert="horz" wrap="square" lIns="0" tIns="172085" rIns="0" bIns="0" rtlCol="0">
            <a:spAutoFit/>
          </a:bodyPr>
          <a:lstStyle/>
          <a:p>
            <a:pPr marR="5080" algn="ctr">
              <a:lnSpc>
                <a:spcPct val="100000"/>
              </a:lnSpc>
              <a:spcBef>
                <a:spcPts val="1355"/>
              </a:spcBef>
            </a:pPr>
            <a:r>
              <a:rPr sz="3100" spc="70" dirty="0">
                <a:solidFill>
                  <a:srgbClr val="170091"/>
                </a:solidFill>
                <a:latin typeface="Arial Black"/>
                <a:cs typeface="Arial Black"/>
              </a:rPr>
              <a:t>1,000</a:t>
            </a:r>
            <a:endParaRPr sz="3100">
              <a:latin typeface="Arial Black"/>
              <a:cs typeface="Arial Black"/>
            </a:endParaRPr>
          </a:p>
          <a:p>
            <a:pPr marR="16510" algn="ctr">
              <a:lnSpc>
                <a:spcPct val="100000"/>
              </a:lnSpc>
              <a:spcBef>
                <a:spcPts val="665"/>
              </a:spcBef>
            </a:pPr>
            <a:r>
              <a:rPr sz="1600" b="1" dirty="0">
                <a:solidFill>
                  <a:srgbClr val="170091"/>
                </a:solidFill>
                <a:latin typeface="Arial"/>
                <a:cs typeface="Arial"/>
              </a:rPr>
              <a:t>FY</a:t>
            </a:r>
            <a:r>
              <a:rPr sz="1600" b="1" spc="95" dirty="0">
                <a:solidFill>
                  <a:srgbClr val="170091"/>
                </a:solidFill>
                <a:latin typeface="Arial"/>
                <a:cs typeface="Arial"/>
              </a:rPr>
              <a:t> </a:t>
            </a:r>
            <a:r>
              <a:rPr sz="1600" b="1" spc="-25" dirty="0">
                <a:solidFill>
                  <a:srgbClr val="170091"/>
                </a:solidFill>
                <a:latin typeface="Arial"/>
                <a:cs typeface="Arial"/>
              </a:rPr>
              <a:t>21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8" name="object 7">
            <a:extLst>
              <a:ext uri="{FF2B5EF4-FFF2-40B4-BE49-F238E27FC236}">
                <a16:creationId xmlns:a16="http://schemas.microsoft.com/office/drawing/2014/main" id="{C400749F-CAF8-4960-2D51-9A74725C3242}"/>
              </a:ext>
            </a:extLst>
          </p:cNvPr>
          <p:cNvGrpSpPr/>
          <p:nvPr/>
        </p:nvGrpSpPr>
        <p:grpSpPr>
          <a:xfrm>
            <a:off x="3107989" y="2981451"/>
            <a:ext cx="2369185" cy="2367915"/>
            <a:chOff x="3366771" y="3102266"/>
            <a:chExt cx="2369185" cy="2367915"/>
          </a:xfrm>
        </p:grpSpPr>
        <p:sp>
          <p:nvSpPr>
            <p:cNvPr id="9" name="object 8">
              <a:extLst>
                <a:ext uri="{FF2B5EF4-FFF2-40B4-BE49-F238E27FC236}">
                  <a16:creationId xmlns:a16="http://schemas.microsoft.com/office/drawing/2014/main" id="{9E77700C-11C0-451F-1AB3-8F0DE9691E39}"/>
                </a:ext>
              </a:extLst>
            </p:cNvPr>
            <p:cNvSpPr/>
            <p:nvPr/>
          </p:nvSpPr>
          <p:spPr>
            <a:xfrm>
              <a:off x="3368387" y="3107367"/>
              <a:ext cx="2367915" cy="2362200"/>
            </a:xfrm>
            <a:custGeom>
              <a:avLst/>
              <a:gdLst/>
              <a:ahLst/>
              <a:cxnLst/>
              <a:rect l="l" t="t" r="r" b="b"/>
              <a:pathLst>
                <a:path w="2367915" h="2362200">
                  <a:moveTo>
                    <a:pt x="1375643" y="2349500"/>
                  </a:moveTo>
                  <a:lnTo>
                    <a:pt x="991656" y="2349500"/>
                  </a:lnTo>
                  <a:lnTo>
                    <a:pt x="1038825" y="2362200"/>
                  </a:lnTo>
                  <a:lnTo>
                    <a:pt x="1328474" y="2362200"/>
                  </a:lnTo>
                  <a:lnTo>
                    <a:pt x="1375643" y="2349500"/>
                  </a:lnTo>
                  <a:close/>
                </a:path>
                <a:path w="2367915" h="2362200">
                  <a:moveTo>
                    <a:pt x="1375643" y="12700"/>
                  </a:moveTo>
                  <a:lnTo>
                    <a:pt x="991656" y="12700"/>
                  </a:lnTo>
                  <a:lnTo>
                    <a:pt x="899206" y="38100"/>
                  </a:lnTo>
                  <a:lnTo>
                    <a:pt x="722921" y="88900"/>
                  </a:lnTo>
                  <a:lnTo>
                    <a:pt x="680867" y="114300"/>
                  </a:lnTo>
                  <a:lnTo>
                    <a:pt x="639696" y="139700"/>
                  </a:lnTo>
                  <a:lnTo>
                    <a:pt x="599446" y="152400"/>
                  </a:lnTo>
                  <a:lnTo>
                    <a:pt x="560155" y="177800"/>
                  </a:lnTo>
                  <a:lnTo>
                    <a:pt x="521861" y="203200"/>
                  </a:lnTo>
                  <a:lnTo>
                    <a:pt x="484603" y="228600"/>
                  </a:lnTo>
                  <a:lnTo>
                    <a:pt x="448418" y="254000"/>
                  </a:lnTo>
                  <a:lnTo>
                    <a:pt x="413344" y="292100"/>
                  </a:lnTo>
                  <a:lnTo>
                    <a:pt x="379420" y="317500"/>
                  </a:lnTo>
                  <a:lnTo>
                    <a:pt x="346684" y="342900"/>
                  </a:lnTo>
                  <a:lnTo>
                    <a:pt x="315173" y="381000"/>
                  </a:lnTo>
                  <a:lnTo>
                    <a:pt x="284926" y="419100"/>
                  </a:lnTo>
                  <a:lnTo>
                    <a:pt x="255981" y="444500"/>
                  </a:lnTo>
                  <a:lnTo>
                    <a:pt x="228376" y="482600"/>
                  </a:lnTo>
                  <a:lnTo>
                    <a:pt x="202149" y="520700"/>
                  </a:lnTo>
                  <a:lnTo>
                    <a:pt x="177338" y="558800"/>
                  </a:lnTo>
                  <a:lnTo>
                    <a:pt x="153982" y="596900"/>
                  </a:lnTo>
                  <a:lnTo>
                    <a:pt x="132117" y="635000"/>
                  </a:lnTo>
                  <a:lnTo>
                    <a:pt x="111783" y="685800"/>
                  </a:lnTo>
                  <a:lnTo>
                    <a:pt x="93017" y="723900"/>
                  </a:lnTo>
                  <a:lnTo>
                    <a:pt x="75858" y="762000"/>
                  </a:lnTo>
                  <a:lnTo>
                    <a:pt x="60343" y="812800"/>
                  </a:lnTo>
                  <a:lnTo>
                    <a:pt x="46511" y="850900"/>
                  </a:lnTo>
                  <a:lnTo>
                    <a:pt x="34400" y="901700"/>
                  </a:lnTo>
                  <a:lnTo>
                    <a:pt x="24047" y="952500"/>
                  </a:lnTo>
                  <a:lnTo>
                    <a:pt x="15492" y="990600"/>
                  </a:lnTo>
                  <a:lnTo>
                    <a:pt x="8771" y="1041400"/>
                  </a:lnTo>
                  <a:lnTo>
                    <a:pt x="3923" y="1092200"/>
                  </a:lnTo>
                  <a:lnTo>
                    <a:pt x="987" y="1130300"/>
                  </a:lnTo>
                  <a:lnTo>
                    <a:pt x="0" y="1181100"/>
                  </a:lnTo>
                  <a:lnTo>
                    <a:pt x="987" y="1231900"/>
                  </a:lnTo>
                  <a:lnTo>
                    <a:pt x="3923" y="1282700"/>
                  </a:lnTo>
                  <a:lnTo>
                    <a:pt x="8771" y="1333500"/>
                  </a:lnTo>
                  <a:lnTo>
                    <a:pt x="15492" y="1371600"/>
                  </a:lnTo>
                  <a:lnTo>
                    <a:pt x="24047" y="1422400"/>
                  </a:lnTo>
                  <a:lnTo>
                    <a:pt x="34400" y="1473200"/>
                  </a:lnTo>
                  <a:lnTo>
                    <a:pt x="46511" y="1511300"/>
                  </a:lnTo>
                  <a:lnTo>
                    <a:pt x="60343" y="1562100"/>
                  </a:lnTo>
                  <a:lnTo>
                    <a:pt x="75858" y="1600200"/>
                  </a:lnTo>
                  <a:lnTo>
                    <a:pt x="93017" y="1651000"/>
                  </a:lnTo>
                  <a:lnTo>
                    <a:pt x="111783" y="1689100"/>
                  </a:lnTo>
                  <a:lnTo>
                    <a:pt x="132117" y="1727200"/>
                  </a:lnTo>
                  <a:lnTo>
                    <a:pt x="153982" y="1765300"/>
                  </a:lnTo>
                  <a:lnTo>
                    <a:pt x="177338" y="1803400"/>
                  </a:lnTo>
                  <a:lnTo>
                    <a:pt x="202149" y="1841500"/>
                  </a:lnTo>
                  <a:lnTo>
                    <a:pt x="228376" y="1879600"/>
                  </a:lnTo>
                  <a:lnTo>
                    <a:pt x="255981" y="1917700"/>
                  </a:lnTo>
                  <a:lnTo>
                    <a:pt x="284926" y="1955800"/>
                  </a:lnTo>
                  <a:lnTo>
                    <a:pt x="315173" y="1993900"/>
                  </a:lnTo>
                  <a:lnTo>
                    <a:pt x="346684" y="2019300"/>
                  </a:lnTo>
                  <a:lnTo>
                    <a:pt x="379420" y="2057400"/>
                  </a:lnTo>
                  <a:lnTo>
                    <a:pt x="413344" y="2082800"/>
                  </a:lnTo>
                  <a:lnTo>
                    <a:pt x="448418" y="2108200"/>
                  </a:lnTo>
                  <a:lnTo>
                    <a:pt x="484603" y="2146300"/>
                  </a:lnTo>
                  <a:lnTo>
                    <a:pt x="521861" y="2171700"/>
                  </a:lnTo>
                  <a:lnTo>
                    <a:pt x="560155" y="2197100"/>
                  </a:lnTo>
                  <a:lnTo>
                    <a:pt x="599446" y="2209800"/>
                  </a:lnTo>
                  <a:lnTo>
                    <a:pt x="639696" y="2235200"/>
                  </a:lnTo>
                  <a:lnTo>
                    <a:pt x="680867" y="2260600"/>
                  </a:lnTo>
                  <a:lnTo>
                    <a:pt x="722921" y="2273300"/>
                  </a:lnTo>
                  <a:lnTo>
                    <a:pt x="765820" y="2298700"/>
                  </a:lnTo>
                  <a:lnTo>
                    <a:pt x="945104" y="2349500"/>
                  </a:lnTo>
                  <a:lnTo>
                    <a:pt x="1422195" y="2349500"/>
                  </a:lnTo>
                  <a:lnTo>
                    <a:pt x="1601479" y="2298700"/>
                  </a:lnTo>
                  <a:lnTo>
                    <a:pt x="1644378" y="2273300"/>
                  </a:lnTo>
                  <a:lnTo>
                    <a:pt x="1686432" y="2260600"/>
                  </a:lnTo>
                  <a:lnTo>
                    <a:pt x="1727603" y="2235200"/>
                  </a:lnTo>
                  <a:lnTo>
                    <a:pt x="1767853" y="2209800"/>
                  </a:lnTo>
                  <a:lnTo>
                    <a:pt x="1807144" y="2197100"/>
                  </a:lnTo>
                  <a:lnTo>
                    <a:pt x="1845437" y="2171700"/>
                  </a:lnTo>
                  <a:lnTo>
                    <a:pt x="1882696" y="2146300"/>
                  </a:lnTo>
                  <a:lnTo>
                    <a:pt x="1918881" y="2108200"/>
                  </a:lnTo>
                  <a:lnTo>
                    <a:pt x="1953954" y="2082800"/>
                  </a:lnTo>
                  <a:lnTo>
                    <a:pt x="1987878" y="2057400"/>
                  </a:lnTo>
                  <a:lnTo>
                    <a:pt x="2020615" y="2019300"/>
                  </a:lnTo>
                  <a:lnTo>
                    <a:pt x="2052125" y="1993900"/>
                  </a:lnTo>
                  <a:lnTo>
                    <a:pt x="2072290" y="1968500"/>
                  </a:lnTo>
                  <a:lnTo>
                    <a:pt x="1088271" y="1968500"/>
                  </a:lnTo>
                  <a:lnTo>
                    <a:pt x="1041808" y="1955800"/>
                  </a:lnTo>
                  <a:lnTo>
                    <a:pt x="996270" y="1955800"/>
                  </a:lnTo>
                  <a:lnTo>
                    <a:pt x="908307" y="1930400"/>
                  </a:lnTo>
                  <a:lnTo>
                    <a:pt x="866045" y="1905000"/>
                  </a:lnTo>
                  <a:lnTo>
                    <a:pt x="825041" y="1892300"/>
                  </a:lnTo>
                  <a:lnTo>
                    <a:pt x="785376" y="1866900"/>
                  </a:lnTo>
                  <a:lnTo>
                    <a:pt x="747133" y="1841500"/>
                  </a:lnTo>
                  <a:lnTo>
                    <a:pt x="710395" y="1816100"/>
                  </a:lnTo>
                  <a:lnTo>
                    <a:pt x="675243" y="1790700"/>
                  </a:lnTo>
                  <a:lnTo>
                    <a:pt x="641762" y="1752600"/>
                  </a:lnTo>
                  <a:lnTo>
                    <a:pt x="610032" y="1727200"/>
                  </a:lnTo>
                  <a:lnTo>
                    <a:pt x="580138" y="1689100"/>
                  </a:lnTo>
                  <a:lnTo>
                    <a:pt x="552160" y="1663700"/>
                  </a:lnTo>
                  <a:lnTo>
                    <a:pt x="526182" y="1625600"/>
                  </a:lnTo>
                  <a:lnTo>
                    <a:pt x="502287" y="1587500"/>
                  </a:lnTo>
                  <a:lnTo>
                    <a:pt x="480557" y="1549400"/>
                  </a:lnTo>
                  <a:lnTo>
                    <a:pt x="461074" y="1498600"/>
                  </a:lnTo>
                  <a:lnTo>
                    <a:pt x="443920" y="1460500"/>
                  </a:lnTo>
                  <a:lnTo>
                    <a:pt x="429180" y="1422400"/>
                  </a:lnTo>
                  <a:lnTo>
                    <a:pt x="416934" y="1371600"/>
                  </a:lnTo>
                  <a:lnTo>
                    <a:pt x="407266" y="1320800"/>
                  </a:lnTo>
                  <a:lnTo>
                    <a:pt x="400258" y="1282700"/>
                  </a:lnTo>
                  <a:lnTo>
                    <a:pt x="395993" y="1231900"/>
                  </a:lnTo>
                  <a:lnTo>
                    <a:pt x="394553" y="1181100"/>
                  </a:lnTo>
                  <a:lnTo>
                    <a:pt x="395993" y="1143000"/>
                  </a:lnTo>
                  <a:lnTo>
                    <a:pt x="400258" y="1092200"/>
                  </a:lnTo>
                  <a:lnTo>
                    <a:pt x="407266" y="1041400"/>
                  </a:lnTo>
                  <a:lnTo>
                    <a:pt x="416934" y="1003300"/>
                  </a:lnTo>
                  <a:lnTo>
                    <a:pt x="429180" y="952500"/>
                  </a:lnTo>
                  <a:lnTo>
                    <a:pt x="443920" y="914400"/>
                  </a:lnTo>
                  <a:lnTo>
                    <a:pt x="461074" y="863600"/>
                  </a:lnTo>
                  <a:lnTo>
                    <a:pt x="480557" y="825500"/>
                  </a:lnTo>
                  <a:lnTo>
                    <a:pt x="502287" y="787400"/>
                  </a:lnTo>
                  <a:lnTo>
                    <a:pt x="526182" y="749300"/>
                  </a:lnTo>
                  <a:lnTo>
                    <a:pt x="552160" y="711200"/>
                  </a:lnTo>
                  <a:lnTo>
                    <a:pt x="580138" y="673100"/>
                  </a:lnTo>
                  <a:lnTo>
                    <a:pt x="610032" y="647700"/>
                  </a:lnTo>
                  <a:lnTo>
                    <a:pt x="641762" y="609600"/>
                  </a:lnTo>
                  <a:lnTo>
                    <a:pt x="675243" y="584200"/>
                  </a:lnTo>
                  <a:lnTo>
                    <a:pt x="710395" y="558800"/>
                  </a:lnTo>
                  <a:lnTo>
                    <a:pt x="747133" y="533400"/>
                  </a:lnTo>
                  <a:lnTo>
                    <a:pt x="785376" y="508000"/>
                  </a:lnTo>
                  <a:lnTo>
                    <a:pt x="825041" y="482600"/>
                  </a:lnTo>
                  <a:lnTo>
                    <a:pt x="866045" y="457200"/>
                  </a:lnTo>
                  <a:lnTo>
                    <a:pt x="951743" y="431800"/>
                  </a:lnTo>
                  <a:lnTo>
                    <a:pt x="1041808" y="406400"/>
                  </a:lnTo>
                  <a:lnTo>
                    <a:pt x="1088271" y="406400"/>
                  </a:lnTo>
                  <a:lnTo>
                    <a:pt x="1135579" y="393700"/>
                  </a:lnTo>
                  <a:lnTo>
                    <a:pt x="2062208" y="393700"/>
                  </a:lnTo>
                  <a:lnTo>
                    <a:pt x="2052125" y="381000"/>
                  </a:lnTo>
                  <a:lnTo>
                    <a:pt x="2020615" y="342900"/>
                  </a:lnTo>
                  <a:lnTo>
                    <a:pt x="1987878" y="317500"/>
                  </a:lnTo>
                  <a:lnTo>
                    <a:pt x="1953954" y="292100"/>
                  </a:lnTo>
                  <a:lnTo>
                    <a:pt x="1918881" y="254000"/>
                  </a:lnTo>
                  <a:lnTo>
                    <a:pt x="1882696" y="228600"/>
                  </a:lnTo>
                  <a:lnTo>
                    <a:pt x="1845437" y="203200"/>
                  </a:lnTo>
                  <a:lnTo>
                    <a:pt x="1807144" y="177800"/>
                  </a:lnTo>
                  <a:lnTo>
                    <a:pt x="1767853" y="152400"/>
                  </a:lnTo>
                  <a:lnTo>
                    <a:pt x="1727603" y="139700"/>
                  </a:lnTo>
                  <a:lnTo>
                    <a:pt x="1686432" y="114300"/>
                  </a:lnTo>
                  <a:lnTo>
                    <a:pt x="1644378" y="88900"/>
                  </a:lnTo>
                  <a:lnTo>
                    <a:pt x="1468093" y="38100"/>
                  </a:lnTo>
                  <a:lnTo>
                    <a:pt x="1375643" y="12700"/>
                  </a:lnTo>
                  <a:close/>
                </a:path>
                <a:path w="2367915" h="2362200">
                  <a:moveTo>
                    <a:pt x="2062208" y="393700"/>
                  </a:moveTo>
                  <a:lnTo>
                    <a:pt x="1231719" y="393700"/>
                  </a:lnTo>
                  <a:lnTo>
                    <a:pt x="1279027" y="406400"/>
                  </a:lnTo>
                  <a:lnTo>
                    <a:pt x="1325491" y="406400"/>
                  </a:lnTo>
                  <a:lnTo>
                    <a:pt x="1415556" y="431800"/>
                  </a:lnTo>
                  <a:lnTo>
                    <a:pt x="1501253" y="457200"/>
                  </a:lnTo>
                  <a:lnTo>
                    <a:pt x="1542258" y="482600"/>
                  </a:lnTo>
                  <a:lnTo>
                    <a:pt x="1581923" y="508000"/>
                  </a:lnTo>
                  <a:lnTo>
                    <a:pt x="1620166" y="533400"/>
                  </a:lnTo>
                  <a:lnTo>
                    <a:pt x="1656904" y="558800"/>
                  </a:lnTo>
                  <a:lnTo>
                    <a:pt x="1692055" y="584200"/>
                  </a:lnTo>
                  <a:lnTo>
                    <a:pt x="1725537" y="609600"/>
                  </a:lnTo>
                  <a:lnTo>
                    <a:pt x="1757266" y="647700"/>
                  </a:lnTo>
                  <a:lnTo>
                    <a:pt x="1787161" y="673100"/>
                  </a:lnTo>
                  <a:lnTo>
                    <a:pt x="1815139" y="711200"/>
                  </a:lnTo>
                  <a:lnTo>
                    <a:pt x="1841116" y="749300"/>
                  </a:lnTo>
                  <a:lnTo>
                    <a:pt x="1865012" y="787400"/>
                  </a:lnTo>
                  <a:lnTo>
                    <a:pt x="1886742" y="825500"/>
                  </a:lnTo>
                  <a:lnTo>
                    <a:pt x="1906225" y="863600"/>
                  </a:lnTo>
                  <a:lnTo>
                    <a:pt x="1923378" y="914400"/>
                  </a:lnTo>
                  <a:lnTo>
                    <a:pt x="1938119" y="952500"/>
                  </a:lnTo>
                  <a:lnTo>
                    <a:pt x="1950364" y="1003300"/>
                  </a:lnTo>
                  <a:lnTo>
                    <a:pt x="1960032" y="1041400"/>
                  </a:lnTo>
                  <a:lnTo>
                    <a:pt x="1967040" y="1092200"/>
                  </a:lnTo>
                  <a:lnTo>
                    <a:pt x="1971306" y="1143000"/>
                  </a:lnTo>
                  <a:lnTo>
                    <a:pt x="1972746" y="1181100"/>
                  </a:lnTo>
                  <a:lnTo>
                    <a:pt x="1971306" y="1231900"/>
                  </a:lnTo>
                  <a:lnTo>
                    <a:pt x="1967040" y="1282700"/>
                  </a:lnTo>
                  <a:lnTo>
                    <a:pt x="1960032" y="1320800"/>
                  </a:lnTo>
                  <a:lnTo>
                    <a:pt x="1950364" y="1371600"/>
                  </a:lnTo>
                  <a:lnTo>
                    <a:pt x="1938119" y="1422400"/>
                  </a:lnTo>
                  <a:lnTo>
                    <a:pt x="1923378" y="1460500"/>
                  </a:lnTo>
                  <a:lnTo>
                    <a:pt x="1906225" y="1498600"/>
                  </a:lnTo>
                  <a:lnTo>
                    <a:pt x="1886742" y="1549400"/>
                  </a:lnTo>
                  <a:lnTo>
                    <a:pt x="1865012" y="1587500"/>
                  </a:lnTo>
                  <a:lnTo>
                    <a:pt x="1841116" y="1625600"/>
                  </a:lnTo>
                  <a:lnTo>
                    <a:pt x="1815139" y="1663700"/>
                  </a:lnTo>
                  <a:lnTo>
                    <a:pt x="1787161" y="1689100"/>
                  </a:lnTo>
                  <a:lnTo>
                    <a:pt x="1757266" y="1727200"/>
                  </a:lnTo>
                  <a:lnTo>
                    <a:pt x="1725537" y="1752600"/>
                  </a:lnTo>
                  <a:lnTo>
                    <a:pt x="1692055" y="1790700"/>
                  </a:lnTo>
                  <a:lnTo>
                    <a:pt x="1656904" y="1816100"/>
                  </a:lnTo>
                  <a:lnTo>
                    <a:pt x="1620166" y="1841500"/>
                  </a:lnTo>
                  <a:lnTo>
                    <a:pt x="1581923" y="1866900"/>
                  </a:lnTo>
                  <a:lnTo>
                    <a:pt x="1542258" y="1892300"/>
                  </a:lnTo>
                  <a:lnTo>
                    <a:pt x="1501253" y="1905000"/>
                  </a:lnTo>
                  <a:lnTo>
                    <a:pt x="1458992" y="1930400"/>
                  </a:lnTo>
                  <a:lnTo>
                    <a:pt x="1371028" y="1955800"/>
                  </a:lnTo>
                  <a:lnTo>
                    <a:pt x="1325491" y="1955800"/>
                  </a:lnTo>
                  <a:lnTo>
                    <a:pt x="1279027" y="1968500"/>
                  </a:lnTo>
                  <a:lnTo>
                    <a:pt x="2072290" y="1968500"/>
                  </a:lnTo>
                  <a:lnTo>
                    <a:pt x="2082372" y="1955800"/>
                  </a:lnTo>
                  <a:lnTo>
                    <a:pt x="2111317" y="1917700"/>
                  </a:lnTo>
                  <a:lnTo>
                    <a:pt x="2138922" y="1879600"/>
                  </a:lnTo>
                  <a:lnTo>
                    <a:pt x="2165149" y="1841500"/>
                  </a:lnTo>
                  <a:lnTo>
                    <a:pt x="2189960" y="1803400"/>
                  </a:lnTo>
                  <a:lnTo>
                    <a:pt x="2213317" y="1765300"/>
                  </a:lnTo>
                  <a:lnTo>
                    <a:pt x="2235182" y="1727200"/>
                  </a:lnTo>
                  <a:lnTo>
                    <a:pt x="2255516" y="1689100"/>
                  </a:lnTo>
                  <a:lnTo>
                    <a:pt x="2274282" y="1651000"/>
                  </a:lnTo>
                  <a:lnTo>
                    <a:pt x="2291441" y="1600200"/>
                  </a:lnTo>
                  <a:lnTo>
                    <a:pt x="2306956" y="1562100"/>
                  </a:lnTo>
                  <a:lnTo>
                    <a:pt x="2320788" y="1511300"/>
                  </a:lnTo>
                  <a:lnTo>
                    <a:pt x="2332899" y="1473200"/>
                  </a:lnTo>
                  <a:lnTo>
                    <a:pt x="2343251" y="1422400"/>
                  </a:lnTo>
                  <a:lnTo>
                    <a:pt x="2351807" y="1371600"/>
                  </a:lnTo>
                  <a:lnTo>
                    <a:pt x="2358528" y="1333500"/>
                  </a:lnTo>
                  <a:lnTo>
                    <a:pt x="2363375" y="1282700"/>
                  </a:lnTo>
                  <a:lnTo>
                    <a:pt x="2366312" y="1231900"/>
                  </a:lnTo>
                  <a:lnTo>
                    <a:pt x="2367299" y="1181100"/>
                  </a:lnTo>
                  <a:lnTo>
                    <a:pt x="2366312" y="1130300"/>
                  </a:lnTo>
                  <a:lnTo>
                    <a:pt x="2363375" y="1092200"/>
                  </a:lnTo>
                  <a:lnTo>
                    <a:pt x="2358528" y="1041400"/>
                  </a:lnTo>
                  <a:lnTo>
                    <a:pt x="2351807" y="990600"/>
                  </a:lnTo>
                  <a:lnTo>
                    <a:pt x="2343251" y="952500"/>
                  </a:lnTo>
                  <a:lnTo>
                    <a:pt x="2332899" y="901700"/>
                  </a:lnTo>
                  <a:lnTo>
                    <a:pt x="2320788" y="850900"/>
                  </a:lnTo>
                  <a:lnTo>
                    <a:pt x="2306956" y="812800"/>
                  </a:lnTo>
                  <a:lnTo>
                    <a:pt x="2291441" y="762000"/>
                  </a:lnTo>
                  <a:lnTo>
                    <a:pt x="2274282" y="723900"/>
                  </a:lnTo>
                  <a:lnTo>
                    <a:pt x="2255516" y="685800"/>
                  </a:lnTo>
                  <a:lnTo>
                    <a:pt x="2235182" y="635000"/>
                  </a:lnTo>
                  <a:lnTo>
                    <a:pt x="2213317" y="596900"/>
                  </a:lnTo>
                  <a:lnTo>
                    <a:pt x="2189960" y="558800"/>
                  </a:lnTo>
                  <a:lnTo>
                    <a:pt x="2165149" y="520700"/>
                  </a:lnTo>
                  <a:lnTo>
                    <a:pt x="2138922" y="482600"/>
                  </a:lnTo>
                  <a:lnTo>
                    <a:pt x="2111317" y="444500"/>
                  </a:lnTo>
                  <a:lnTo>
                    <a:pt x="2082372" y="419100"/>
                  </a:lnTo>
                  <a:lnTo>
                    <a:pt x="2062208" y="393700"/>
                  </a:lnTo>
                  <a:close/>
                </a:path>
                <a:path w="2367915" h="2362200">
                  <a:moveTo>
                    <a:pt x="1280726" y="0"/>
                  </a:moveTo>
                  <a:lnTo>
                    <a:pt x="1086572" y="0"/>
                  </a:lnTo>
                  <a:lnTo>
                    <a:pt x="1038825" y="12700"/>
                  </a:lnTo>
                  <a:lnTo>
                    <a:pt x="1328474" y="12700"/>
                  </a:lnTo>
                  <a:lnTo>
                    <a:pt x="1280726" y="0"/>
                  </a:lnTo>
                  <a:close/>
                </a:path>
              </a:pathLst>
            </a:custGeom>
            <a:solidFill>
              <a:srgbClr val="97B4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3B520BB1-30CC-00E0-E600-261C936E5180}"/>
                </a:ext>
              </a:extLst>
            </p:cNvPr>
            <p:cNvSpPr/>
            <p:nvPr/>
          </p:nvSpPr>
          <p:spPr>
            <a:xfrm>
              <a:off x="3366771" y="3760338"/>
              <a:ext cx="832485" cy="1586865"/>
            </a:xfrm>
            <a:custGeom>
              <a:avLst/>
              <a:gdLst/>
              <a:ahLst/>
              <a:cxnLst/>
              <a:rect l="l" t="t" r="r" b="b"/>
              <a:pathLst>
                <a:path w="832485" h="1586864">
                  <a:moveTo>
                    <a:pt x="123825" y="0"/>
                  </a:moveTo>
                  <a:lnTo>
                    <a:pt x="102992" y="44129"/>
                  </a:lnTo>
                  <a:lnTo>
                    <a:pt x="84127" y="88676"/>
                  </a:lnTo>
                  <a:lnTo>
                    <a:pt x="67214" y="133589"/>
                  </a:lnTo>
                  <a:lnTo>
                    <a:pt x="52236" y="178819"/>
                  </a:lnTo>
                  <a:lnTo>
                    <a:pt x="39175" y="224314"/>
                  </a:lnTo>
                  <a:lnTo>
                    <a:pt x="28014" y="270022"/>
                  </a:lnTo>
                  <a:lnTo>
                    <a:pt x="18737" y="315893"/>
                  </a:lnTo>
                  <a:lnTo>
                    <a:pt x="11326" y="361875"/>
                  </a:lnTo>
                  <a:lnTo>
                    <a:pt x="5764" y="407918"/>
                  </a:lnTo>
                  <a:lnTo>
                    <a:pt x="2034" y="453971"/>
                  </a:lnTo>
                  <a:lnTo>
                    <a:pt x="118" y="499982"/>
                  </a:lnTo>
                  <a:lnTo>
                    <a:pt x="0" y="545900"/>
                  </a:lnTo>
                  <a:lnTo>
                    <a:pt x="1662" y="591675"/>
                  </a:lnTo>
                  <a:lnTo>
                    <a:pt x="5087" y="637256"/>
                  </a:lnTo>
                  <a:lnTo>
                    <a:pt x="10258" y="682590"/>
                  </a:lnTo>
                  <a:lnTo>
                    <a:pt x="17158" y="727628"/>
                  </a:lnTo>
                  <a:lnTo>
                    <a:pt x="25770" y="772318"/>
                  </a:lnTo>
                  <a:lnTo>
                    <a:pt x="36077" y="816609"/>
                  </a:lnTo>
                  <a:lnTo>
                    <a:pt x="48061" y="860451"/>
                  </a:lnTo>
                  <a:lnTo>
                    <a:pt x="61706" y="903791"/>
                  </a:lnTo>
                  <a:lnTo>
                    <a:pt x="76993" y="946580"/>
                  </a:lnTo>
                  <a:lnTo>
                    <a:pt x="93907" y="988765"/>
                  </a:lnTo>
                  <a:lnTo>
                    <a:pt x="112429" y="1030297"/>
                  </a:lnTo>
                  <a:lnTo>
                    <a:pt x="132544" y="1071123"/>
                  </a:lnTo>
                  <a:lnTo>
                    <a:pt x="154232" y="1111194"/>
                  </a:lnTo>
                  <a:lnTo>
                    <a:pt x="177479" y="1150457"/>
                  </a:lnTo>
                  <a:lnTo>
                    <a:pt x="202265" y="1188861"/>
                  </a:lnTo>
                  <a:lnTo>
                    <a:pt x="228575" y="1226357"/>
                  </a:lnTo>
                  <a:lnTo>
                    <a:pt x="256391" y="1262892"/>
                  </a:lnTo>
                  <a:lnTo>
                    <a:pt x="285695" y="1298416"/>
                  </a:lnTo>
                  <a:lnTo>
                    <a:pt x="316472" y="1332878"/>
                  </a:lnTo>
                  <a:lnTo>
                    <a:pt x="348703" y="1366226"/>
                  </a:lnTo>
                  <a:lnTo>
                    <a:pt x="382371" y="1398409"/>
                  </a:lnTo>
                  <a:lnTo>
                    <a:pt x="417459" y="1429377"/>
                  </a:lnTo>
                  <a:lnTo>
                    <a:pt x="453951" y="1459078"/>
                  </a:lnTo>
                  <a:lnTo>
                    <a:pt x="491829" y="1487462"/>
                  </a:lnTo>
                  <a:lnTo>
                    <a:pt x="531075" y="1514477"/>
                  </a:lnTo>
                  <a:lnTo>
                    <a:pt x="571673" y="1540072"/>
                  </a:lnTo>
                  <a:lnTo>
                    <a:pt x="613606" y="1564197"/>
                  </a:lnTo>
                  <a:lnTo>
                    <a:pt x="656856" y="1586799"/>
                  </a:lnTo>
                  <a:lnTo>
                    <a:pt x="832485" y="1233491"/>
                  </a:lnTo>
                  <a:lnTo>
                    <a:pt x="790081" y="1210804"/>
                  </a:lnTo>
                  <a:lnTo>
                    <a:pt x="749617" y="1185926"/>
                  </a:lnTo>
                  <a:lnTo>
                    <a:pt x="711130" y="1158967"/>
                  </a:lnTo>
                  <a:lnTo>
                    <a:pt x="674657" y="1130040"/>
                  </a:lnTo>
                  <a:lnTo>
                    <a:pt x="640235" y="1099253"/>
                  </a:lnTo>
                  <a:lnTo>
                    <a:pt x="607901" y="1066719"/>
                  </a:lnTo>
                  <a:lnTo>
                    <a:pt x="577693" y="1032547"/>
                  </a:lnTo>
                  <a:lnTo>
                    <a:pt x="549648" y="996848"/>
                  </a:lnTo>
                  <a:lnTo>
                    <a:pt x="523802" y="959733"/>
                  </a:lnTo>
                  <a:lnTo>
                    <a:pt x="500194" y="921312"/>
                  </a:lnTo>
                  <a:lnTo>
                    <a:pt x="478860" y="881696"/>
                  </a:lnTo>
                  <a:lnTo>
                    <a:pt x="459837" y="840996"/>
                  </a:lnTo>
                  <a:lnTo>
                    <a:pt x="443163" y="799322"/>
                  </a:lnTo>
                  <a:lnTo>
                    <a:pt x="428874" y="756786"/>
                  </a:lnTo>
                  <a:lnTo>
                    <a:pt x="417008" y="713497"/>
                  </a:lnTo>
                  <a:lnTo>
                    <a:pt x="407603" y="669566"/>
                  </a:lnTo>
                  <a:lnTo>
                    <a:pt x="400694" y="625105"/>
                  </a:lnTo>
                  <a:lnTo>
                    <a:pt x="396320" y="580223"/>
                  </a:lnTo>
                  <a:lnTo>
                    <a:pt x="394518" y="535031"/>
                  </a:lnTo>
                  <a:lnTo>
                    <a:pt x="395324" y="489641"/>
                  </a:lnTo>
                  <a:lnTo>
                    <a:pt x="398776" y="444162"/>
                  </a:lnTo>
                  <a:lnTo>
                    <a:pt x="404911" y="398705"/>
                  </a:lnTo>
                  <a:lnTo>
                    <a:pt x="413767" y="353381"/>
                  </a:lnTo>
                  <a:lnTo>
                    <a:pt x="425379" y="308301"/>
                  </a:lnTo>
                  <a:lnTo>
                    <a:pt x="439787" y="263575"/>
                  </a:lnTo>
                  <a:lnTo>
                    <a:pt x="457026" y="219313"/>
                  </a:lnTo>
                  <a:lnTo>
                    <a:pt x="477134" y="175628"/>
                  </a:lnTo>
                  <a:lnTo>
                    <a:pt x="123825" y="0"/>
                  </a:lnTo>
                  <a:close/>
                </a:path>
              </a:pathLst>
            </a:custGeom>
            <a:solidFill>
              <a:srgbClr val="1700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0">
              <a:extLst>
                <a:ext uri="{FF2B5EF4-FFF2-40B4-BE49-F238E27FC236}">
                  <a16:creationId xmlns:a16="http://schemas.microsoft.com/office/drawing/2014/main" id="{67A41F93-BF3B-7424-59F0-77D2BA6A482D}"/>
                </a:ext>
              </a:extLst>
            </p:cNvPr>
            <p:cNvSpPr/>
            <p:nvPr/>
          </p:nvSpPr>
          <p:spPr>
            <a:xfrm>
              <a:off x="3368387" y="3102266"/>
              <a:ext cx="2367915" cy="2367915"/>
            </a:xfrm>
            <a:custGeom>
              <a:avLst/>
              <a:gdLst/>
              <a:ahLst/>
              <a:cxnLst/>
              <a:rect l="l" t="t" r="r" b="b"/>
              <a:pathLst>
                <a:path w="2367915" h="2367915">
                  <a:moveTo>
                    <a:pt x="1183649" y="0"/>
                  </a:moveTo>
                  <a:lnTo>
                    <a:pt x="1183649" y="394553"/>
                  </a:lnTo>
                  <a:lnTo>
                    <a:pt x="1231719" y="395993"/>
                  </a:lnTo>
                  <a:lnTo>
                    <a:pt x="1279027" y="400258"/>
                  </a:lnTo>
                  <a:lnTo>
                    <a:pt x="1325491" y="407266"/>
                  </a:lnTo>
                  <a:lnTo>
                    <a:pt x="1371028" y="416934"/>
                  </a:lnTo>
                  <a:lnTo>
                    <a:pt x="1415556" y="429180"/>
                  </a:lnTo>
                  <a:lnTo>
                    <a:pt x="1458992" y="443920"/>
                  </a:lnTo>
                  <a:lnTo>
                    <a:pt x="1501253" y="461074"/>
                  </a:lnTo>
                  <a:lnTo>
                    <a:pt x="1542258" y="480557"/>
                  </a:lnTo>
                  <a:lnTo>
                    <a:pt x="1581923" y="502287"/>
                  </a:lnTo>
                  <a:lnTo>
                    <a:pt x="1620166" y="526182"/>
                  </a:lnTo>
                  <a:lnTo>
                    <a:pt x="1656904" y="552160"/>
                  </a:lnTo>
                  <a:lnTo>
                    <a:pt x="1692055" y="580138"/>
                  </a:lnTo>
                  <a:lnTo>
                    <a:pt x="1725537" y="610032"/>
                  </a:lnTo>
                  <a:lnTo>
                    <a:pt x="1757266" y="641762"/>
                  </a:lnTo>
                  <a:lnTo>
                    <a:pt x="1787161" y="675243"/>
                  </a:lnTo>
                  <a:lnTo>
                    <a:pt x="1815139" y="710395"/>
                  </a:lnTo>
                  <a:lnTo>
                    <a:pt x="1841116" y="747133"/>
                  </a:lnTo>
                  <a:lnTo>
                    <a:pt x="1865012" y="785376"/>
                  </a:lnTo>
                  <a:lnTo>
                    <a:pt x="1886742" y="825041"/>
                  </a:lnTo>
                  <a:lnTo>
                    <a:pt x="1906225" y="866045"/>
                  </a:lnTo>
                  <a:lnTo>
                    <a:pt x="1923378" y="908307"/>
                  </a:lnTo>
                  <a:lnTo>
                    <a:pt x="1938119" y="951743"/>
                  </a:lnTo>
                  <a:lnTo>
                    <a:pt x="1950364" y="996270"/>
                  </a:lnTo>
                  <a:lnTo>
                    <a:pt x="1960032" y="1041808"/>
                  </a:lnTo>
                  <a:lnTo>
                    <a:pt x="1967040" y="1088271"/>
                  </a:lnTo>
                  <a:lnTo>
                    <a:pt x="1971306" y="1135579"/>
                  </a:lnTo>
                  <a:lnTo>
                    <a:pt x="1972746" y="1183649"/>
                  </a:lnTo>
                  <a:lnTo>
                    <a:pt x="1971306" y="1231719"/>
                  </a:lnTo>
                  <a:lnTo>
                    <a:pt x="1967040" y="1279027"/>
                  </a:lnTo>
                  <a:lnTo>
                    <a:pt x="1960032" y="1325491"/>
                  </a:lnTo>
                  <a:lnTo>
                    <a:pt x="1950364" y="1371028"/>
                  </a:lnTo>
                  <a:lnTo>
                    <a:pt x="1938119" y="1415556"/>
                  </a:lnTo>
                  <a:lnTo>
                    <a:pt x="1923378" y="1458992"/>
                  </a:lnTo>
                  <a:lnTo>
                    <a:pt x="1906225" y="1501253"/>
                  </a:lnTo>
                  <a:lnTo>
                    <a:pt x="1886742" y="1542258"/>
                  </a:lnTo>
                  <a:lnTo>
                    <a:pt x="1865012" y="1581923"/>
                  </a:lnTo>
                  <a:lnTo>
                    <a:pt x="1841116" y="1620166"/>
                  </a:lnTo>
                  <a:lnTo>
                    <a:pt x="1815139" y="1656904"/>
                  </a:lnTo>
                  <a:lnTo>
                    <a:pt x="1787161" y="1692055"/>
                  </a:lnTo>
                  <a:lnTo>
                    <a:pt x="1757266" y="1725537"/>
                  </a:lnTo>
                  <a:lnTo>
                    <a:pt x="1725537" y="1757266"/>
                  </a:lnTo>
                  <a:lnTo>
                    <a:pt x="1692055" y="1787161"/>
                  </a:lnTo>
                  <a:lnTo>
                    <a:pt x="1656904" y="1815139"/>
                  </a:lnTo>
                  <a:lnTo>
                    <a:pt x="1620166" y="1841116"/>
                  </a:lnTo>
                  <a:lnTo>
                    <a:pt x="1581923" y="1865012"/>
                  </a:lnTo>
                  <a:lnTo>
                    <a:pt x="1542258" y="1886742"/>
                  </a:lnTo>
                  <a:lnTo>
                    <a:pt x="1501253" y="1906225"/>
                  </a:lnTo>
                  <a:lnTo>
                    <a:pt x="1458992" y="1923378"/>
                  </a:lnTo>
                  <a:lnTo>
                    <a:pt x="1415556" y="1938119"/>
                  </a:lnTo>
                  <a:lnTo>
                    <a:pt x="1371028" y="1950364"/>
                  </a:lnTo>
                  <a:lnTo>
                    <a:pt x="1325491" y="1960032"/>
                  </a:lnTo>
                  <a:lnTo>
                    <a:pt x="1279027" y="1967040"/>
                  </a:lnTo>
                  <a:lnTo>
                    <a:pt x="1231719" y="1971306"/>
                  </a:lnTo>
                  <a:lnTo>
                    <a:pt x="1183649" y="1972746"/>
                  </a:lnTo>
                  <a:lnTo>
                    <a:pt x="1135579" y="1971306"/>
                  </a:lnTo>
                  <a:lnTo>
                    <a:pt x="1088271" y="1967040"/>
                  </a:lnTo>
                  <a:lnTo>
                    <a:pt x="1041808" y="1960032"/>
                  </a:lnTo>
                  <a:lnTo>
                    <a:pt x="996270" y="1950364"/>
                  </a:lnTo>
                  <a:lnTo>
                    <a:pt x="951743" y="1938119"/>
                  </a:lnTo>
                  <a:lnTo>
                    <a:pt x="908307" y="1923378"/>
                  </a:lnTo>
                  <a:lnTo>
                    <a:pt x="866045" y="1906225"/>
                  </a:lnTo>
                  <a:lnTo>
                    <a:pt x="825041" y="1886742"/>
                  </a:lnTo>
                  <a:lnTo>
                    <a:pt x="785376" y="1865012"/>
                  </a:lnTo>
                  <a:lnTo>
                    <a:pt x="747133" y="1841116"/>
                  </a:lnTo>
                  <a:lnTo>
                    <a:pt x="710395" y="1815139"/>
                  </a:lnTo>
                  <a:lnTo>
                    <a:pt x="675243" y="1787161"/>
                  </a:lnTo>
                  <a:lnTo>
                    <a:pt x="641762" y="1757266"/>
                  </a:lnTo>
                  <a:lnTo>
                    <a:pt x="610032" y="1725537"/>
                  </a:lnTo>
                  <a:lnTo>
                    <a:pt x="580138" y="1692055"/>
                  </a:lnTo>
                  <a:lnTo>
                    <a:pt x="552160" y="1656904"/>
                  </a:lnTo>
                  <a:lnTo>
                    <a:pt x="526182" y="1620166"/>
                  </a:lnTo>
                  <a:lnTo>
                    <a:pt x="502287" y="1581923"/>
                  </a:lnTo>
                  <a:lnTo>
                    <a:pt x="480557" y="1542258"/>
                  </a:lnTo>
                  <a:lnTo>
                    <a:pt x="461074" y="1501253"/>
                  </a:lnTo>
                  <a:lnTo>
                    <a:pt x="443920" y="1458992"/>
                  </a:lnTo>
                  <a:lnTo>
                    <a:pt x="429180" y="1415556"/>
                  </a:lnTo>
                  <a:lnTo>
                    <a:pt x="416934" y="1371028"/>
                  </a:lnTo>
                  <a:lnTo>
                    <a:pt x="407266" y="1325491"/>
                  </a:lnTo>
                  <a:lnTo>
                    <a:pt x="400258" y="1279027"/>
                  </a:lnTo>
                  <a:lnTo>
                    <a:pt x="395993" y="1231719"/>
                  </a:lnTo>
                  <a:lnTo>
                    <a:pt x="394553" y="1183649"/>
                  </a:lnTo>
                  <a:lnTo>
                    <a:pt x="0" y="1183649"/>
                  </a:lnTo>
                  <a:lnTo>
                    <a:pt x="987" y="1232439"/>
                  </a:lnTo>
                  <a:lnTo>
                    <a:pt x="3923" y="1280726"/>
                  </a:lnTo>
                  <a:lnTo>
                    <a:pt x="8771" y="1328474"/>
                  </a:lnTo>
                  <a:lnTo>
                    <a:pt x="15492" y="1375643"/>
                  </a:lnTo>
                  <a:lnTo>
                    <a:pt x="24047" y="1422195"/>
                  </a:lnTo>
                  <a:lnTo>
                    <a:pt x="34400" y="1468093"/>
                  </a:lnTo>
                  <a:lnTo>
                    <a:pt x="46511" y="1513298"/>
                  </a:lnTo>
                  <a:lnTo>
                    <a:pt x="60343" y="1557773"/>
                  </a:lnTo>
                  <a:lnTo>
                    <a:pt x="75858" y="1601479"/>
                  </a:lnTo>
                  <a:lnTo>
                    <a:pt x="93017" y="1644378"/>
                  </a:lnTo>
                  <a:lnTo>
                    <a:pt x="111783" y="1686432"/>
                  </a:lnTo>
                  <a:lnTo>
                    <a:pt x="132117" y="1727603"/>
                  </a:lnTo>
                  <a:lnTo>
                    <a:pt x="153982" y="1767853"/>
                  </a:lnTo>
                  <a:lnTo>
                    <a:pt x="177338" y="1807144"/>
                  </a:lnTo>
                  <a:lnTo>
                    <a:pt x="202149" y="1845437"/>
                  </a:lnTo>
                  <a:lnTo>
                    <a:pt x="228376" y="1882696"/>
                  </a:lnTo>
                  <a:lnTo>
                    <a:pt x="255981" y="1918881"/>
                  </a:lnTo>
                  <a:lnTo>
                    <a:pt x="284926" y="1953954"/>
                  </a:lnTo>
                  <a:lnTo>
                    <a:pt x="315173" y="1987878"/>
                  </a:lnTo>
                  <a:lnTo>
                    <a:pt x="346684" y="2020615"/>
                  </a:lnTo>
                  <a:lnTo>
                    <a:pt x="379420" y="2052125"/>
                  </a:lnTo>
                  <a:lnTo>
                    <a:pt x="413344" y="2082372"/>
                  </a:lnTo>
                  <a:lnTo>
                    <a:pt x="448418" y="2111317"/>
                  </a:lnTo>
                  <a:lnTo>
                    <a:pt x="484603" y="2138922"/>
                  </a:lnTo>
                  <a:lnTo>
                    <a:pt x="521861" y="2165149"/>
                  </a:lnTo>
                  <a:lnTo>
                    <a:pt x="560155" y="2189960"/>
                  </a:lnTo>
                  <a:lnTo>
                    <a:pt x="599446" y="2213317"/>
                  </a:lnTo>
                  <a:lnTo>
                    <a:pt x="639696" y="2235182"/>
                  </a:lnTo>
                  <a:lnTo>
                    <a:pt x="680867" y="2255516"/>
                  </a:lnTo>
                  <a:lnTo>
                    <a:pt x="722921" y="2274282"/>
                  </a:lnTo>
                  <a:lnTo>
                    <a:pt x="765820" y="2291441"/>
                  </a:lnTo>
                  <a:lnTo>
                    <a:pt x="809526" y="2306956"/>
                  </a:lnTo>
                  <a:lnTo>
                    <a:pt x="854001" y="2320788"/>
                  </a:lnTo>
                  <a:lnTo>
                    <a:pt x="899206" y="2332899"/>
                  </a:lnTo>
                  <a:lnTo>
                    <a:pt x="945104" y="2343251"/>
                  </a:lnTo>
                  <a:lnTo>
                    <a:pt x="991656" y="2351807"/>
                  </a:lnTo>
                  <a:lnTo>
                    <a:pt x="1038825" y="2358528"/>
                  </a:lnTo>
                  <a:lnTo>
                    <a:pt x="1086572" y="2363375"/>
                  </a:lnTo>
                  <a:lnTo>
                    <a:pt x="1134860" y="2366312"/>
                  </a:lnTo>
                  <a:lnTo>
                    <a:pt x="1183649" y="2367299"/>
                  </a:lnTo>
                  <a:lnTo>
                    <a:pt x="1232439" y="2366312"/>
                  </a:lnTo>
                  <a:lnTo>
                    <a:pt x="1280726" y="2363375"/>
                  </a:lnTo>
                  <a:lnTo>
                    <a:pt x="1328474" y="2358528"/>
                  </a:lnTo>
                  <a:lnTo>
                    <a:pt x="1375643" y="2351807"/>
                  </a:lnTo>
                  <a:lnTo>
                    <a:pt x="1422195" y="2343251"/>
                  </a:lnTo>
                  <a:lnTo>
                    <a:pt x="1468093" y="2332899"/>
                  </a:lnTo>
                  <a:lnTo>
                    <a:pt x="1513298" y="2320788"/>
                  </a:lnTo>
                  <a:lnTo>
                    <a:pt x="1557773" y="2306956"/>
                  </a:lnTo>
                  <a:lnTo>
                    <a:pt x="1601479" y="2291441"/>
                  </a:lnTo>
                  <a:lnTo>
                    <a:pt x="1644378" y="2274282"/>
                  </a:lnTo>
                  <a:lnTo>
                    <a:pt x="1686432" y="2255516"/>
                  </a:lnTo>
                  <a:lnTo>
                    <a:pt x="1727603" y="2235182"/>
                  </a:lnTo>
                  <a:lnTo>
                    <a:pt x="1767853" y="2213317"/>
                  </a:lnTo>
                  <a:lnTo>
                    <a:pt x="1807144" y="2189960"/>
                  </a:lnTo>
                  <a:lnTo>
                    <a:pt x="1845437" y="2165149"/>
                  </a:lnTo>
                  <a:lnTo>
                    <a:pt x="1882696" y="2138922"/>
                  </a:lnTo>
                  <a:lnTo>
                    <a:pt x="1918881" y="2111317"/>
                  </a:lnTo>
                  <a:lnTo>
                    <a:pt x="1953954" y="2082372"/>
                  </a:lnTo>
                  <a:lnTo>
                    <a:pt x="1987878" y="2052125"/>
                  </a:lnTo>
                  <a:lnTo>
                    <a:pt x="2020615" y="2020615"/>
                  </a:lnTo>
                  <a:lnTo>
                    <a:pt x="2052125" y="1987878"/>
                  </a:lnTo>
                  <a:lnTo>
                    <a:pt x="2082372" y="1953954"/>
                  </a:lnTo>
                  <a:lnTo>
                    <a:pt x="2111317" y="1918881"/>
                  </a:lnTo>
                  <a:lnTo>
                    <a:pt x="2138922" y="1882696"/>
                  </a:lnTo>
                  <a:lnTo>
                    <a:pt x="2165149" y="1845437"/>
                  </a:lnTo>
                  <a:lnTo>
                    <a:pt x="2189960" y="1807144"/>
                  </a:lnTo>
                  <a:lnTo>
                    <a:pt x="2213317" y="1767853"/>
                  </a:lnTo>
                  <a:lnTo>
                    <a:pt x="2235182" y="1727603"/>
                  </a:lnTo>
                  <a:lnTo>
                    <a:pt x="2255516" y="1686432"/>
                  </a:lnTo>
                  <a:lnTo>
                    <a:pt x="2274282" y="1644378"/>
                  </a:lnTo>
                  <a:lnTo>
                    <a:pt x="2291441" y="1601479"/>
                  </a:lnTo>
                  <a:lnTo>
                    <a:pt x="2306956" y="1557773"/>
                  </a:lnTo>
                  <a:lnTo>
                    <a:pt x="2320788" y="1513298"/>
                  </a:lnTo>
                  <a:lnTo>
                    <a:pt x="2332899" y="1468093"/>
                  </a:lnTo>
                  <a:lnTo>
                    <a:pt x="2343251" y="1422195"/>
                  </a:lnTo>
                  <a:lnTo>
                    <a:pt x="2351807" y="1375643"/>
                  </a:lnTo>
                  <a:lnTo>
                    <a:pt x="2358528" y="1328474"/>
                  </a:lnTo>
                  <a:lnTo>
                    <a:pt x="2363375" y="1280726"/>
                  </a:lnTo>
                  <a:lnTo>
                    <a:pt x="2366312" y="1232439"/>
                  </a:lnTo>
                  <a:lnTo>
                    <a:pt x="2367299" y="1183649"/>
                  </a:lnTo>
                  <a:lnTo>
                    <a:pt x="2366312" y="1134860"/>
                  </a:lnTo>
                  <a:lnTo>
                    <a:pt x="2363375" y="1086572"/>
                  </a:lnTo>
                  <a:lnTo>
                    <a:pt x="2358528" y="1038825"/>
                  </a:lnTo>
                  <a:lnTo>
                    <a:pt x="2351807" y="991656"/>
                  </a:lnTo>
                  <a:lnTo>
                    <a:pt x="2343251" y="945104"/>
                  </a:lnTo>
                  <a:lnTo>
                    <a:pt x="2332899" y="899206"/>
                  </a:lnTo>
                  <a:lnTo>
                    <a:pt x="2320788" y="854001"/>
                  </a:lnTo>
                  <a:lnTo>
                    <a:pt x="2306956" y="809526"/>
                  </a:lnTo>
                  <a:lnTo>
                    <a:pt x="2291441" y="765820"/>
                  </a:lnTo>
                  <a:lnTo>
                    <a:pt x="2274282" y="722921"/>
                  </a:lnTo>
                  <a:lnTo>
                    <a:pt x="2255516" y="680867"/>
                  </a:lnTo>
                  <a:lnTo>
                    <a:pt x="2235182" y="639696"/>
                  </a:lnTo>
                  <a:lnTo>
                    <a:pt x="2213317" y="599446"/>
                  </a:lnTo>
                  <a:lnTo>
                    <a:pt x="2189960" y="560155"/>
                  </a:lnTo>
                  <a:lnTo>
                    <a:pt x="2165149" y="521861"/>
                  </a:lnTo>
                  <a:lnTo>
                    <a:pt x="2138922" y="484603"/>
                  </a:lnTo>
                  <a:lnTo>
                    <a:pt x="2111317" y="448418"/>
                  </a:lnTo>
                  <a:lnTo>
                    <a:pt x="2082372" y="413344"/>
                  </a:lnTo>
                  <a:lnTo>
                    <a:pt x="2052125" y="379420"/>
                  </a:lnTo>
                  <a:lnTo>
                    <a:pt x="2020615" y="346684"/>
                  </a:lnTo>
                  <a:lnTo>
                    <a:pt x="1987878" y="315173"/>
                  </a:lnTo>
                  <a:lnTo>
                    <a:pt x="1953954" y="284926"/>
                  </a:lnTo>
                  <a:lnTo>
                    <a:pt x="1918881" y="255981"/>
                  </a:lnTo>
                  <a:lnTo>
                    <a:pt x="1882696" y="228376"/>
                  </a:lnTo>
                  <a:lnTo>
                    <a:pt x="1845437" y="202149"/>
                  </a:lnTo>
                  <a:lnTo>
                    <a:pt x="1807144" y="177338"/>
                  </a:lnTo>
                  <a:lnTo>
                    <a:pt x="1767853" y="153982"/>
                  </a:lnTo>
                  <a:lnTo>
                    <a:pt x="1727603" y="132117"/>
                  </a:lnTo>
                  <a:lnTo>
                    <a:pt x="1686432" y="111783"/>
                  </a:lnTo>
                  <a:lnTo>
                    <a:pt x="1644378" y="93017"/>
                  </a:lnTo>
                  <a:lnTo>
                    <a:pt x="1601479" y="75858"/>
                  </a:lnTo>
                  <a:lnTo>
                    <a:pt x="1557773" y="60343"/>
                  </a:lnTo>
                  <a:lnTo>
                    <a:pt x="1513298" y="46511"/>
                  </a:lnTo>
                  <a:lnTo>
                    <a:pt x="1468093" y="34400"/>
                  </a:lnTo>
                  <a:lnTo>
                    <a:pt x="1422195" y="24047"/>
                  </a:lnTo>
                  <a:lnTo>
                    <a:pt x="1375643" y="15492"/>
                  </a:lnTo>
                  <a:lnTo>
                    <a:pt x="1328474" y="8771"/>
                  </a:lnTo>
                  <a:lnTo>
                    <a:pt x="1280726" y="3923"/>
                  </a:lnTo>
                  <a:lnTo>
                    <a:pt x="1232439" y="987"/>
                  </a:lnTo>
                  <a:lnTo>
                    <a:pt x="1183649" y="0"/>
                  </a:lnTo>
                  <a:close/>
                </a:path>
              </a:pathLst>
            </a:custGeom>
            <a:solidFill>
              <a:srgbClr val="FF7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1">
            <a:extLst>
              <a:ext uri="{FF2B5EF4-FFF2-40B4-BE49-F238E27FC236}">
                <a16:creationId xmlns:a16="http://schemas.microsoft.com/office/drawing/2014/main" id="{45E23C5C-7727-DD63-6F39-F0FB9E847FA6}"/>
              </a:ext>
            </a:extLst>
          </p:cNvPr>
          <p:cNvSpPr txBox="1"/>
          <p:nvPr/>
        </p:nvSpPr>
        <p:spPr>
          <a:xfrm>
            <a:off x="1596109" y="6494228"/>
            <a:ext cx="1395730" cy="5054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3150" spc="70" dirty="0">
                <a:solidFill>
                  <a:srgbClr val="1700E6"/>
                </a:solidFill>
                <a:latin typeface="Arial Black"/>
                <a:cs typeface="Arial Black"/>
              </a:rPr>
              <a:t>+3.4%</a:t>
            </a:r>
            <a:endParaRPr sz="3150">
              <a:latin typeface="Arial Black"/>
              <a:cs typeface="Arial Black"/>
            </a:endParaRPr>
          </a:p>
        </p:txBody>
      </p:sp>
      <p:sp>
        <p:nvSpPr>
          <p:cNvPr id="13" name="object 12">
            <a:extLst>
              <a:ext uri="{FF2B5EF4-FFF2-40B4-BE49-F238E27FC236}">
                <a16:creationId xmlns:a16="http://schemas.microsoft.com/office/drawing/2014/main" id="{03A46988-93A3-2ED9-2599-9EFFD35CE332}"/>
              </a:ext>
            </a:extLst>
          </p:cNvPr>
          <p:cNvSpPr txBox="1"/>
          <p:nvPr/>
        </p:nvSpPr>
        <p:spPr>
          <a:xfrm>
            <a:off x="1596109" y="6830223"/>
            <a:ext cx="626110" cy="4095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0"/>
              </a:spcBef>
            </a:pPr>
            <a:r>
              <a:rPr sz="2500" spc="-25" dirty="0">
                <a:solidFill>
                  <a:srgbClr val="1700E6"/>
                </a:solidFill>
                <a:latin typeface="Arial Black"/>
                <a:cs typeface="Arial Black"/>
              </a:rPr>
              <a:t>yoy</a:t>
            </a:r>
            <a:endParaRPr sz="2500">
              <a:latin typeface="Arial Black"/>
              <a:cs typeface="Arial Black"/>
            </a:endParaRPr>
          </a:p>
        </p:txBody>
      </p:sp>
      <p:sp>
        <p:nvSpPr>
          <p:cNvPr id="14" name="object 13">
            <a:extLst>
              <a:ext uri="{FF2B5EF4-FFF2-40B4-BE49-F238E27FC236}">
                <a16:creationId xmlns:a16="http://schemas.microsoft.com/office/drawing/2014/main" id="{81395D14-0622-7632-1A32-6CE1EB7A4A96}"/>
              </a:ext>
            </a:extLst>
          </p:cNvPr>
          <p:cNvSpPr txBox="1"/>
          <p:nvPr/>
        </p:nvSpPr>
        <p:spPr>
          <a:xfrm>
            <a:off x="3675591" y="6936918"/>
            <a:ext cx="1248410" cy="986790"/>
          </a:xfrm>
          <a:prstGeom prst="rect">
            <a:avLst/>
          </a:prstGeom>
        </p:spPr>
        <p:txBody>
          <a:bodyPr vert="horz" wrap="square" lIns="0" tIns="172085" rIns="0" bIns="0" rtlCol="0">
            <a:spAutoFit/>
          </a:bodyPr>
          <a:lstStyle/>
          <a:p>
            <a:pPr marR="5080" algn="ctr">
              <a:lnSpc>
                <a:spcPct val="100000"/>
              </a:lnSpc>
              <a:spcBef>
                <a:spcPts val="1355"/>
              </a:spcBef>
            </a:pPr>
            <a:r>
              <a:rPr sz="3100" spc="70" dirty="0">
                <a:solidFill>
                  <a:srgbClr val="170091"/>
                </a:solidFill>
                <a:latin typeface="Arial Black"/>
                <a:cs typeface="Arial Black"/>
              </a:rPr>
              <a:t>1,000</a:t>
            </a:r>
            <a:endParaRPr sz="3100">
              <a:latin typeface="Arial Black"/>
              <a:cs typeface="Arial Black"/>
            </a:endParaRPr>
          </a:p>
          <a:p>
            <a:pPr marR="16510" algn="ctr">
              <a:lnSpc>
                <a:spcPct val="100000"/>
              </a:lnSpc>
              <a:spcBef>
                <a:spcPts val="665"/>
              </a:spcBef>
            </a:pPr>
            <a:r>
              <a:rPr sz="1600" b="1" dirty="0">
                <a:solidFill>
                  <a:srgbClr val="170091"/>
                </a:solidFill>
                <a:latin typeface="Arial"/>
                <a:cs typeface="Arial"/>
              </a:rPr>
              <a:t>FY</a:t>
            </a:r>
            <a:r>
              <a:rPr sz="1600" b="1" spc="95" dirty="0">
                <a:solidFill>
                  <a:srgbClr val="170091"/>
                </a:solidFill>
                <a:latin typeface="Arial"/>
                <a:cs typeface="Arial"/>
              </a:rPr>
              <a:t> </a:t>
            </a:r>
            <a:r>
              <a:rPr sz="1600" b="1" spc="-25" dirty="0">
                <a:solidFill>
                  <a:srgbClr val="170091"/>
                </a:solidFill>
                <a:latin typeface="Arial"/>
                <a:cs typeface="Arial"/>
              </a:rPr>
              <a:t>21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15" name="object 14">
            <a:extLst>
              <a:ext uri="{FF2B5EF4-FFF2-40B4-BE49-F238E27FC236}">
                <a16:creationId xmlns:a16="http://schemas.microsoft.com/office/drawing/2014/main" id="{64710B71-3BF0-1C5B-CEDD-CE7C58C297B3}"/>
              </a:ext>
            </a:extLst>
          </p:cNvPr>
          <p:cNvGrpSpPr/>
          <p:nvPr/>
        </p:nvGrpSpPr>
        <p:grpSpPr>
          <a:xfrm>
            <a:off x="1271691" y="5845867"/>
            <a:ext cx="4631690" cy="3663950"/>
            <a:chOff x="1530473" y="5966682"/>
            <a:chExt cx="4631690" cy="3663950"/>
          </a:xfrm>
        </p:grpSpPr>
        <p:sp>
          <p:nvSpPr>
            <p:cNvPr id="16" name="object 15">
              <a:extLst>
                <a:ext uri="{FF2B5EF4-FFF2-40B4-BE49-F238E27FC236}">
                  <a16:creationId xmlns:a16="http://schemas.microsoft.com/office/drawing/2014/main" id="{D4D22B16-85EA-B759-579E-D1FBEF308369}"/>
                </a:ext>
              </a:extLst>
            </p:cNvPr>
            <p:cNvSpPr/>
            <p:nvPr/>
          </p:nvSpPr>
          <p:spPr>
            <a:xfrm>
              <a:off x="3368387" y="6480706"/>
              <a:ext cx="2367915" cy="2362200"/>
            </a:xfrm>
            <a:custGeom>
              <a:avLst/>
              <a:gdLst/>
              <a:ahLst/>
              <a:cxnLst/>
              <a:rect l="l" t="t" r="r" b="b"/>
              <a:pathLst>
                <a:path w="2367915" h="2362200">
                  <a:moveTo>
                    <a:pt x="1375643" y="2349500"/>
                  </a:moveTo>
                  <a:lnTo>
                    <a:pt x="991656" y="2349500"/>
                  </a:lnTo>
                  <a:lnTo>
                    <a:pt x="1038825" y="2362200"/>
                  </a:lnTo>
                  <a:lnTo>
                    <a:pt x="1328474" y="2362200"/>
                  </a:lnTo>
                  <a:lnTo>
                    <a:pt x="1375643" y="2349500"/>
                  </a:lnTo>
                  <a:close/>
                </a:path>
                <a:path w="2367915" h="2362200">
                  <a:moveTo>
                    <a:pt x="1375643" y="12700"/>
                  </a:moveTo>
                  <a:lnTo>
                    <a:pt x="991656" y="12700"/>
                  </a:lnTo>
                  <a:lnTo>
                    <a:pt x="899206" y="38100"/>
                  </a:lnTo>
                  <a:lnTo>
                    <a:pt x="722921" y="88900"/>
                  </a:lnTo>
                  <a:lnTo>
                    <a:pt x="680867" y="114300"/>
                  </a:lnTo>
                  <a:lnTo>
                    <a:pt x="639696" y="139700"/>
                  </a:lnTo>
                  <a:lnTo>
                    <a:pt x="599446" y="152400"/>
                  </a:lnTo>
                  <a:lnTo>
                    <a:pt x="560155" y="177800"/>
                  </a:lnTo>
                  <a:lnTo>
                    <a:pt x="521861" y="203200"/>
                  </a:lnTo>
                  <a:lnTo>
                    <a:pt x="484603" y="228600"/>
                  </a:lnTo>
                  <a:lnTo>
                    <a:pt x="448418" y="254000"/>
                  </a:lnTo>
                  <a:lnTo>
                    <a:pt x="413344" y="292100"/>
                  </a:lnTo>
                  <a:lnTo>
                    <a:pt x="379420" y="317500"/>
                  </a:lnTo>
                  <a:lnTo>
                    <a:pt x="346684" y="342900"/>
                  </a:lnTo>
                  <a:lnTo>
                    <a:pt x="315173" y="381000"/>
                  </a:lnTo>
                  <a:lnTo>
                    <a:pt x="284926" y="419100"/>
                  </a:lnTo>
                  <a:lnTo>
                    <a:pt x="255981" y="444500"/>
                  </a:lnTo>
                  <a:lnTo>
                    <a:pt x="228376" y="482600"/>
                  </a:lnTo>
                  <a:lnTo>
                    <a:pt x="202149" y="520700"/>
                  </a:lnTo>
                  <a:lnTo>
                    <a:pt x="177338" y="558800"/>
                  </a:lnTo>
                  <a:lnTo>
                    <a:pt x="153982" y="596900"/>
                  </a:lnTo>
                  <a:lnTo>
                    <a:pt x="132117" y="635000"/>
                  </a:lnTo>
                  <a:lnTo>
                    <a:pt x="111783" y="685800"/>
                  </a:lnTo>
                  <a:lnTo>
                    <a:pt x="93017" y="723900"/>
                  </a:lnTo>
                  <a:lnTo>
                    <a:pt x="75858" y="762000"/>
                  </a:lnTo>
                  <a:lnTo>
                    <a:pt x="60343" y="812800"/>
                  </a:lnTo>
                  <a:lnTo>
                    <a:pt x="46511" y="850900"/>
                  </a:lnTo>
                  <a:lnTo>
                    <a:pt x="34400" y="901700"/>
                  </a:lnTo>
                  <a:lnTo>
                    <a:pt x="24047" y="952500"/>
                  </a:lnTo>
                  <a:lnTo>
                    <a:pt x="15492" y="990600"/>
                  </a:lnTo>
                  <a:lnTo>
                    <a:pt x="8771" y="1041400"/>
                  </a:lnTo>
                  <a:lnTo>
                    <a:pt x="3923" y="1092200"/>
                  </a:lnTo>
                  <a:lnTo>
                    <a:pt x="987" y="1130300"/>
                  </a:lnTo>
                  <a:lnTo>
                    <a:pt x="0" y="1181100"/>
                  </a:lnTo>
                  <a:lnTo>
                    <a:pt x="987" y="1231900"/>
                  </a:lnTo>
                  <a:lnTo>
                    <a:pt x="3923" y="1282700"/>
                  </a:lnTo>
                  <a:lnTo>
                    <a:pt x="8771" y="1333500"/>
                  </a:lnTo>
                  <a:lnTo>
                    <a:pt x="15492" y="1371600"/>
                  </a:lnTo>
                  <a:lnTo>
                    <a:pt x="24047" y="1422400"/>
                  </a:lnTo>
                  <a:lnTo>
                    <a:pt x="34400" y="1473200"/>
                  </a:lnTo>
                  <a:lnTo>
                    <a:pt x="46511" y="1511300"/>
                  </a:lnTo>
                  <a:lnTo>
                    <a:pt x="60343" y="1562100"/>
                  </a:lnTo>
                  <a:lnTo>
                    <a:pt x="75858" y="1600200"/>
                  </a:lnTo>
                  <a:lnTo>
                    <a:pt x="93017" y="1651000"/>
                  </a:lnTo>
                  <a:lnTo>
                    <a:pt x="111783" y="1689100"/>
                  </a:lnTo>
                  <a:lnTo>
                    <a:pt x="132117" y="1727200"/>
                  </a:lnTo>
                  <a:lnTo>
                    <a:pt x="153982" y="1765300"/>
                  </a:lnTo>
                  <a:lnTo>
                    <a:pt x="177338" y="1803400"/>
                  </a:lnTo>
                  <a:lnTo>
                    <a:pt x="202149" y="1841500"/>
                  </a:lnTo>
                  <a:lnTo>
                    <a:pt x="228376" y="1879600"/>
                  </a:lnTo>
                  <a:lnTo>
                    <a:pt x="255981" y="1917700"/>
                  </a:lnTo>
                  <a:lnTo>
                    <a:pt x="284926" y="1955800"/>
                  </a:lnTo>
                  <a:lnTo>
                    <a:pt x="315173" y="1993900"/>
                  </a:lnTo>
                  <a:lnTo>
                    <a:pt x="346684" y="2019300"/>
                  </a:lnTo>
                  <a:lnTo>
                    <a:pt x="379420" y="2057400"/>
                  </a:lnTo>
                  <a:lnTo>
                    <a:pt x="413344" y="2082800"/>
                  </a:lnTo>
                  <a:lnTo>
                    <a:pt x="448418" y="2108200"/>
                  </a:lnTo>
                  <a:lnTo>
                    <a:pt x="484603" y="2146300"/>
                  </a:lnTo>
                  <a:lnTo>
                    <a:pt x="521861" y="2171700"/>
                  </a:lnTo>
                  <a:lnTo>
                    <a:pt x="560155" y="2197100"/>
                  </a:lnTo>
                  <a:lnTo>
                    <a:pt x="599446" y="2209800"/>
                  </a:lnTo>
                  <a:lnTo>
                    <a:pt x="639696" y="2235200"/>
                  </a:lnTo>
                  <a:lnTo>
                    <a:pt x="680867" y="2260600"/>
                  </a:lnTo>
                  <a:lnTo>
                    <a:pt x="722921" y="2273300"/>
                  </a:lnTo>
                  <a:lnTo>
                    <a:pt x="765820" y="2298700"/>
                  </a:lnTo>
                  <a:lnTo>
                    <a:pt x="945104" y="2349500"/>
                  </a:lnTo>
                  <a:lnTo>
                    <a:pt x="1422195" y="2349500"/>
                  </a:lnTo>
                  <a:lnTo>
                    <a:pt x="1601479" y="2298700"/>
                  </a:lnTo>
                  <a:lnTo>
                    <a:pt x="1644378" y="2273300"/>
                  </a:lnTo>
                  <a:lnTo>
                    <a:pt x="1686432" y="2260600"/>
                  </a:lnTo>
                  <a:lnTo>
                    <a:pt x="1727603" y="2235200"/>
                  </a:lnTo>
                  <a:lnTo>
                    <a:pt x="1767853" y="2209800"/>
                  </a:lnTo>
                  <a:lnTo>
                    <a:pt x="1807144" y="2197100"/>
                  </a:lnTo>
                  <a:lnTo>
                    <a:pt x="1845437" y="2171700"/>
                  </a:lnTo>
                  <a:lnTo>
                    <a:pt x="1882696" y="2146300"/>
                  </a:lnTo>
                  <a:lnTo>
                    <a:pt x="1918881" y="2108200"/>
                  </a:lnTo>
                  <a:lnTo>
                    <a:pt x="1953954" y="2082800"/>
                  </a:lnTo>
                  <a:lnTo>
                    <a:pt x="1987878" y="2057400"/>
                  </a:lnTo>
                  <a:lnTo>
                    <a:pt x="2020615" y="2019300"/>
                  </a:lnTo>
                  <a:lnTo>
                    <a:pt x="2052125" y="1993900"/>
                  </a:lnTo>
                  <a:lnTo>
                    <a:pt x="2072290" y="1968500"/>
                  </a:lnTo>
                  <a:lnTo>
                    <a:pt x="1088271" y="1968500"/>
                  </a:lnTo>
                  <a:lnTo>
                    <a:pt x="1041808" y="1955800"/>
                  </a:lnTo>
                  <a:lnTo>
                    <a:pt x="996270" y="1955800"/>
                  </a:lnTo>
                  <a:lnTo>
                    <a:pt x="908307" y="1930400"/>
                  </a:lnTo>
                  <a:lnTo>
                    <a:pt x="866045" y="1905000"/>
                  </a:lnTo>
                  <a:lnTo>
                    <a:pt x="825041" y="1892300"/>
                  </a:lnTo>
                  <a:lnTo>
                    <a:pt x="785376" y="1866900"/>
                  </a:lnTo>
                  <a:lnTo>
                    <a:pt x="747133" y="1841500"/>
                  </a:lnTo>
                  <a:lnTo>
                    <a:pt x="710395" y="1816100"/>
                  </a:lnTo>
                  <a:lnTo>
                    <a:pt x="675243" y="1790700"/>
                  </a:lnTo>
                  <a:lnTo>
                    <a:pt x="641762" y="1752600"/>
                  </a:lnTo>
                  <a:lnTo>
                    <a:pt x="610032" y="1727200"/>
                  </a:lnTo>
                  <a:lnTo>
                    <a:pt x="580138" y="1689100"/>
                  </a:lnTo>
                  <a:lnTo>
                    <a:pt x="552160" y="1663700"/>
                  </a:lnTo>
                  <a:lnTo>
                    <a:pt x="526182" y="1625600"/>
                  </a:lnTo>
                  <a:lnTo>
                    <a:pt x="502287" y="1587500"/>
                  </a:lnTo>
                  <a:lnTo>
                    <a:pt x="480557" y="1549400"/>
                  </a:lnTo>
                  <a:lnTo>
                    <a:pt x="461074" y="1498600"/>
                  </a:lnTo>
                  <a:lnTo>
                    <a:pt x="443920" y="1460500"/>
                  </a:lnTo>
                  <a:lnTo>
                    <a:pt x="429180" y="1422400"/>
                  </a:lnTo>
                  <a:lnTo>
                    <a:pt x="416934" y="1371600"/>
                  </a:lnTo>
                  <a:lnTo>
                    <a:pt x="407266" y="1320800"/>
                  </a:lnTo>
                  <a:lnTo>
                    <a:pt x="400258" y="1282700"/>
                  </a:lnTo>
                  <a:lnTo>
                    <a:pt x="395993" y="1231900"/>
                  </a:lnTo>
                  <a:lnTo>
                    <a:pt x="394553" y="1181100"/>
                  </a:lnTo>
                  <a:lnTo>
                    <a:pt x="395993" y="1143000"/>
                  </a:lnTo>
                  <a:lnTo>
                    <a:pt x="400258" y="1092200"/>
                  </a:lnTo>
                  <a:lnTo>
                    <a:pt x="407266" y="1041400"/>
                  </a:lnTo>
                  <a:lnTo>
                    <a:pt x="416934" y="1003300"/>
                  </a:lnTo>
                  <a:lnTo>
                    <a:pt x="429180" y="952500"/>
                  </a:lnTo>
                  <a:lnTo>
                    <a:pt x="443920" y="914400"/>
                  </a:lnTo>
                  <a:lnTo>
                    <a:pt x="461074" y="863600"/>
                  </a:lnTo>
                  <a:lnTo>
                    <a:pt x="480557" y="825500"/>
                  </a:lnTo>
                  <a:lnTo>
                    <a:pt x="502287" y="787400"/>
                  </a:lnTo>
                  <a:lnTo>
                    <a:pt x="526182" y="749300"/>
                  </a:lnTo>
                  <a:lnTo>
                    <a:pt x="552160" y="711200"/>
                  </a:lnTo>
                  <a:lnTo>
                    <a:pt x="580138" y="673100"/>
                  </a:lnTo>
                  <a:lnTo>
                    <a:pt x="610032" y="647700"/>
                  </a:lnTo>
                  <a:lnTo>
                    <a:pt x="641762" y="609600"/>
                  </a:lnTo>
                  <a:lnTo>
                    <a:pt x="675243" y="584200"/>
                  </a:lnTo>
                  <a:lnTo>
                    <a:pt x="710395" y="558800"/>
                  </a:lnTo>
                  <a:lnTo>
                    <a:pt x="747133" y="533400"/>
                  </a:lnTo>
                  <a:lnTo>
                    <a:pt x="785376" y="508000"/>
                  </a:lnTo>
                  <a:lnTo>
                    <a:pt x="825041" y="482600"/>
                  </a:lnTo>
                  <a:lnTo>
                    <a:pt x="866045" y="457200"/>
                  </a:lnTo>
                  <a:lnTo>
                    <a:pt x="951743" y="431800"/>
                  </a:lnTo>
                  <a:lnTo>
                    <a:pt x="1041808" y="406400"/>
                  </a:lnTo>
                  <a:lnTo>
                    <a:pt x="1088271" y="406400"/>
                  </a:lnTo>
                  <a:lnTo>
                    <a:pt x="1135579" y="393700"/>
                  </a:lnTo>
                  <a:lnTo>
                    <a:pt x="2062208" y="393700"/>
                  </a:lnTo>
                  <a:lnTo>
                    <a:pt x="2052125" y="381000"/>
                  </a:lnTo>
                  <a:lnTo>
                    <a:pt x="2020615" y="342900"/>
                  </a:lnTo>
                  <a:lnTo>
                    <a:pt x="1987878" y="317500"/>
                  </a:lnTo>
                  <a:lnTo>
                    <a:pt x="1953954" y="292100"/>
                  </a:lnTo>
                  <a:lnTo>
                    <a:pt x="1918881" y="254000"/>
                  </a:lnTo>
                  <a:lnTo>
                    <a:pt x="1882696" y="228600"/>
                  </a:lnTo>
                  <a:lnTo>
                    <a:pt x="1845437" y="203200"/>
                  </a:lnTo>
                  <a:lnTo>
                    <a:pt x="1807144" y="177800"/>
                  </a:lnTo>
                  <a:lnTo>
                    <a:pt x="1767853" y="152400"/>
                  </a:lnTo>
                  <a:lnTo>
                    <a:pt x="1727603" y="139700"/>
                  </a:lnTo>
                  <a:lnTo>
                    <a:pt x="1686432" y="114300"/>
                  </a:lnTo>
                  <a:lnTo>
                    <a:pt x="1644378" y="88900"/>
                  </a:lnTo>
                  <a:lnTo>
                    <a:pt x="1468093" y="38100"/>
                  </a:lnTo>
                  <a:lnTo>
                    <a:pt x="1375643" y="12700"/>
                  </a:lnTo>
                  <a:close/>
                </a:path>
                <a:path w="2367915" h="2362200">
                  <a:moveTo>
                    <a:pt x="2062208" y="393700"/>
                  </a:moveTo>
                  <a:lnTo>
                    <a:pt x="1231719" y="393700"/>
                  </a:lnTo>
                  <a:lnTo>
                    <a:pt x="1279027" y="406400"/>
                  </a:lnTo>
                  <a:lnTo>
                    <a:pt x="1325491" y="406400"/>
                  </a:lnTo>
                  <a:lnTo>
                    <a:pt x="1415556" y="431800"/>
                  </a:lnTo>
                  <a:lnTo>
                    <a:pt x="1501253" y="457200"/>
                  </a:lnTo>
                  <a:lnTo>
                    <a:pt x="1542258" y="482600"/>
                  </a:lnTo>
                  <a:lnTo>
                    <a:pt x="1581923" y="508000"/>
                  </a:lnTo>
                  <a:lnTo>
                    <a:pt x="1620166" y="533400"/>
                  </a:lnTo>
                  <a:lnTo>
                    <a:pt x="1656904" y="558800"/>
                  </a:lnTo>
                  <a:lnTo>
                    <a:pt x="1692055" y="584200"/>
                  </a:lnTo>
                  <a:lnTo>
                    <a:pt x="1725537" y="609600"/>
                  </a:lnTo>
                  <a:lnTo>
                    <a:pt x="1757266" y="647700"/>
                  </a:lnTo>
                  <a:lnTo>
                    <a:pt x="1787161" y="673100"/>
                  </a:lnTo>
                  <a:lnTo>
                    <a:pt x="1815139" y="711200"/>
                  </a:lnTo>
                  <a:lnTo>
                    <a:pt x="1841116" y="749300"/>
                  </a:lnTo>
                  <a:lnTo>
                    <a:pt x="1865012" y="787400"/>
                  </a:lnTo>
                  <a:lnTo>
                    <a:pt x="1886742" y="825500"/>
                  </a:lnTo>
                  <a:lnTo>
                    <a:pt x="1906225" y="863600"/>
                  </a:lnTo>
                  <a:lnTo>
                    <a:pt x="1923378" y="914400"/>
                  </a:lnTo>
                  <a:lnTo>
                    <a:pt x="1938119" y="952500"/>
                  </a:lnTo>
                  <a:lnTo>
                    <a:pt x="1950364" y="1003300"/>
                  </a:lnTo>
                  <a:lnTo>
                    <a:pt x="1960032" y="1041400"/>
                  </a:lnTo>
                  <a:lnTo>
                    <a:pt x="1967040" y="1092200"/>
                  </a:lnTo>
                  <a:lnTo>
                    <a:pt x="1971306" y="1143000"/>
                  </a:lnTo>
                  <a:lnTo>
                    <a:pt x="1972746" y="1181100"/>
                  </a:lnTo>
                  <a:lnTo>
                    <a:pt x="1971306" y="1231900"/>
                  </a:lnTo>
                  <a:lnTo>
                    <a:pt x="1967040" y="1282700"/>
                  </a:lnTo>
                  <a:lnTo>
                    <a:pt x="1960032" y="1320800"/>
                  </a:lnTo>
                  <a:lnTo>
                    <a:pt x="1950364" y="1371600"/>
                  </a:lnTo>
                  <a:lnTo>
                    <a:pt x="1938119" y="1422400"/>
                  </a:lnTo>
                  <a:lnTo>
                    <a:pt x="1923378" y="1460500"/>
                  </a:lnTo>
                  <a:lnTo>
                    <a:pt x="1906225" y="1498600"/>
                  </a:lnTo>
                  <a:lnTo>
                    <a:pt x="1886742" y="1549400"/>
                  </a:lnTo>
                  <a:lnTo>
                    <a:pt x="1865012" y="1587500"/>
                  </a:lnTo>
                  <a:lnTo>
                    <a:pt x="1841116" y="1625600"/>
                  </a:lnTo>
                  <a:lnTo>
                    <a:pt x="1815139" y="1663700"/>
                  </a:lnTo>
                  <a:lnTo>
                    <a:pt x="1787161" y="1689100"/>
                  </a:lnTo>
                  <a:lnTo>
                    <a:pt x="1757266" y="1727200"/>
                  </a:lnTo>
                  <a:lnTo>
                    <a:pt x="1725537" y="1752600"/>
                  </a:lnTo>
                  <a:lnTo>
                    <a:pt x="1692055" y="1790700"/>
                  </a:lnTo>
                  <a:lnTo>
                    <a:pt x="1656904" y="1816100"/>
                  </a:lnTo>
                  <a:lnTo>
                    <a:pt x="1620166" y="1841500"/>
                  </a:lnTo>
                  <a:lnTo>
                    <a:pt x="1581923" y="1866900"/>
                  </a:lnTo>
                  <a:lnTo>
                    <a:pt x="1542258" y="1892300"/>
                  </a:lnTo>
                  <a:lnTo>
                    <a:pt x="1501253" y="1905000"/>
                  </a:lnTo>
                  <a:lnTo>
                    <a:pt x="1458992" y="1930400"/>
                  </a:lnTo>
                  <a:lnTo>
                    <a:pt x="1371028" y="1955800"/>
                  </a:lnTo>
                  <a:lnTo>
                    <a:pt x="1325491" y="1955800"/>
                  </a:lnTo>
                  <a:lnTo>
                    <a:pt x="1279027" y="1968500"/>
                  </a:lnTo>
                  <a:lnTo>
                    <a:pt x="2072290" y="1968500"/>
                  </a:lnTo>
                  <a:lnTo>
                    <a:pt x="2082372" y="1955800"/>
                  </a:lnTo>
                  <a:lnTo>
                    <a:pt x="2111317" y="1917700"/>
                  </a:lnTo>
                  <a:lnTo>
                    <a:pt x="2138922" y="1879600"/>
                  </a:lnTo>
                  <a:lnTo>
                    <a:pt x="2165149" y="1841500"/>
                  </a:lnTo>
                  <a:lnTo>
                    <a:pt x="2189960" y="1803400"/>
                  </a:lnTo>
                  <a:lnTo>
                    <a:pt x="2213317" y="1765300"/>
                  </a:lnTo>
                  <a:lnTo>
                    <a:pt x="2235182" y="1727200"/>
                  </a:lnTo>
                  <a:lnTo>
                    <a:pt x="2255516" y="1689100"/>
                  </a:lnTo>
                  <a:lnTo>
                    <a:pt x="2274282" y="1651000"/>
                  </a:lnTo>
                  <a:lnTo>
                    <a:pt x="2291441" y="1600200"/>
                  </a:lnTo>
                  <a:lnTo>
                    <a:pt x="2306956" y="1562100"/>
                  </a:lnTo>
                  <a:lnTo>
                    <a:pt x="2320788" y="1511300"/>
                  </a:lnTo>
                  <a:lnTo>
                    <a:pt x="2332899" y="1473200"/>
                  </a:lnTo>
                  <a:lnTo>
                    <a:pt x="2343251" y="1422400"/>
                  </a:lnTo>
                  <a:lnTo>
                    <a:pt x="2351807" y="1371600"/>
                  </a:lnTo>
                  <a:lnTo>
                    <a:pt x="2358528" y="1333500"/>
                  </a:lnTo>
                  <a:lnTo>
                    <a:pt x="2363375" y="1282700"/>
                  </a:lnTo>
                  <a:lnTo>
                    <a:pt x="2366312" y="1231900"/>
                  </a:lnTo>
                  <a:lnTo>
                    <a:pt x="2367299" y="1181100"/>
                  </a:lnTo>
                  <a:lnTo>
                    <a:pt x="2366312" y="1130300"/>
                  </a:lnTo>
                  <a:lnTo>
                    <a:pt x="2363375" y="1092200"/>
                  </a:lnTo>
                  <a:lnTo>
                    <a:pt x="2358528" y="1041400"/>
                  </a:lnTo>
                  <a:lnTo>
                    <a:pt x="2351807" y="990600"/>
                  </a:lnTo>
                  <a:lnTo>
                    <a:pt x="2343251" y="952500"/>
                  </a:lnTo>
                  <a:lnTo>
                    <a:pt x="2332899" y="901700"/>
                  </a:lnTo>
                  <a:lnTo>
                    <a:pt x="2320788" y="850900"/>
                  </a:lnTo>
                  <a:lnTo>
                    <a:pt x="2306956" y="812800"/>
                  </a:lnTo>
                  <a:lnTo>
                    <a:pt x="2291441" y="762000"/>
                  </a:lnTo>
                  <a:lnTo>
                    <a:pt x="2274282" y="723900"/>
                  </a:lnTo>
                  <a:lnTo>
                    <a:pt x="2255516" y="685800"/>
                  </a:lnTo>
                  <a:lnTo>
                    <a:pt x="2235182" y="635000"/>
                  </a:lnTo>
                  <a:lnTo>
                    <a:pt x="2213317" y="596900"/>
                  </a:lnTo>
                  <a:lnTo>
                    <a:pt x="2189960" y="558800"/>
                  </a:lnTo>
                  <a:lnTo>
                    <a:pt x="2165149" y="520700"/>
                  </a:lnTo>
                  <a:lnTo>
                    <a:pt x="2138922" y="482600"/>
                  </a:lnTo>
                  <a:lnTo>
                    <a:pt x="2111317" y="444500"/>
                  </a:lnTo>
                  <a:lnTo>
                    <a:pt x="2082372" y="419100"/>
                  </a:lnTo>
                  <a:lnTo>
                    <a:pt x="2062208" y="393700"/>
                  </a:lnTo>
                  <a:close/>
                </a:path>
                <a:path w="2367915" h="2362200">
                  <a:moveTo>
                    <a:pt x="1280726" y="0"/>
                  </a:moveTo>
                  <a:lnTo>
                    <a:pt x="1086572" y="0"/>
                  </a:lnTo>
                  <a:lnTo>
                    <a:pt x="1038825" y="12700"/>
                  </a:lnTo>
                  <a:lnTo>
                    <a:pt x="1328474" y="12700"/>
                  </a:lnTo>
                  <a:lnTo>
                    <a:pt x="1280726" y="0"/>
                  </a:lnTo>
                  <a:close/>
                </a:path>
              </a:pathLst>
            </a:custGeom>
            <a:solidFill>
              <a:srgbClr val="97B4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6">
              <a:extLst>
                <a:ext uri="{FF2B5EF4-FFF2-40B4-BE49-F238E27FC236}">
                  <a16:creationId xmlns:a16="http://schemas.microsoft.com/office/drawing/2014/main" id="{8F5DC5B6-0DD7-F79F-7869-C84676F5FBB3}"/>
                </a:ext>
              </a:extLst>
            </p:cNvPr>
            <p:cNvSpPr/>
            <p:nvPr/>
          </p:nvSpPr>
          <p:spPr>
            <a:xfrm>
              <a:off x="3366771" y="7133678"/>
              <a:ext cx="832485" cy="1586865"/>
            </a:xfrm>
            <a:custGeom>
              <a:avLst/>
              <a:gdLst/>
              <a:ahLst/>
              <a:cxnLst/>
              <a:rect l="l" t="t" r="r" b="b"/>
              <a:pathLst>
                <a:path w="832485" h="1586865">
                  <a:moveTo>
                    <a:pt x="123825" y="0"/>
                  </a:moveTo>
                  <a:lnTo>
                    <a:pt x="102992" y="44129"/>
                  </a:lnTo>
                  <a:lnTo>
                    <a:pt x="84127" y="88676"/>
                  </a:lnTo>
                  <a:lnTo>
                    <a:pt x="67214" y="133589"/>
                  </a:lnTo>
                  <a:lnTo>
                    <a:pt x="52236" y="178819"/>
                  </a:lnTo>
                  <a:lnTo>
                    <a:pt x="39175" y="224314"/>
                  </a:lnTo>
                  <a:lnTo>
                    <a:pt x="28014" y="270022"/>
                  </a:lnTo>
                  <a:lnTo>
                    <a:pt x="18737" y="315893"/>
                  </a:lnTo>
                  <a:lnTo>
                    <a:pt x="11326" y="361875"/>
                  </a:lnTo>
                  <a:lnTo>
                    <a:pt x="5764" y="407918"/>
                  </a:lnTo>
                  <a:lnTo>
                    <a:pt x="2034" y="453971"/>
                  </a:lnTo>
                  <a:lnTo>
                    <a:pt x="118" y="499982"/>
                  </a:lnTo>
                  <a:lnTo>
                    <a:pt x="0" y="545900"/>
                  </a:lnTo>
                  <a:lnTo>
                    <a:pt x="1662" y="591675"/>
                  </a:lnTo>
                  <a:lnTo>
                    <a:pt x="5087" y="637256"/>
                  </a:lnTo>
                  <a:lnTo>
                    <a:pt x="10258" y="682590"/>
                  </a:lnTo>
                  <a:lnTo>
                    <a:pt x="17158" y="727628"/>
                  </a:lnTo>
                  <a:lnTo>
                    <a:pt x="25770" y="772318"/>
                  </a:lnTo>
                  <a:lnTo>
                    <a:pt x="36077" y="816609"/>
                  </a:lnTo>
                  <a:lnTo>
                    <a:pt x="48061" y="860451"/>
                  </a:lnTo>
                  <a:lnTo>
                    <a:pt x="61706" y="903791"/>
                  </a:lnTo>
                  <a:lnTo>
                    <a:pt x="76993" y="946580"/>
                  </a:lnTo>
                  <a:lnTo>
                    <a:pt x="93907" y="988765"/>
                  </a:lnTo>
                  <a:lnTo>
                    <a:pt x="112429" y="1030297"/>
                  </a:lnTo>
                  <a:lnTo>
                    <a:pt x="132544" y="1071123"/>
                  </a:lnTo>
                  <a:lnTo>
                    <a:pt x="154232" y="1111194"/>
                  </a:lnTo>
                  <a:lnTo>
                    <a:pt x="177479" y="1150457"/>
                  </a:lnTo>
                  <a:lnTo>
                    <a:pt x="202265" y="1188861"/>
                  </a:lnTo>
                  <a:lnTo>
                    <a:pt x="228575" y="1226357"/>
                  </a:lnTo>
                  <a:lnTo>
                    <a:pt x="256391" y="1262892"/>
                  </a:lnTo>
                  <a:lnTo>
                    <a:pt x="285695" y="1298416"/>
                  </a:lnTo>
                  <a:lnTo>
                    <a:pt x="316472" y="1332878"/>
                  </a:lnTo>
                  <a:lnTo>
                    <a:pt x="348703" y="1366226"/>
                  </a:lnTo>
                  <a:lnTo>
                    <a:pt x="382371" y="1398409"/>
                  </a:lnTo>
                  <a:lnTo>
                    <a:pt x="417459" y="1429377"/>
                  </a:lnTo>
                  <a:lnTo>
                    <a:pt x="453951" y="1459078"/>
                  </a:lnTo>
                  <a:lnTo>
                    <a:pt x="491829" y="1487462"/>
                  </a:lnTo>
                  <a:lnTo>
                    <a:pt x="531075" y="1514477"/>
                  </a:lnTo>
                  <a:lnTo>
                    <a:pt x="571673" y="1540072"/>
                  </a:lnTo>
                  <a:lnTo>
                    <a:pt x="613606" y="1564197"/>
                  </a:lnTo>
                  <a:lnTo>
                    <a:pt x="656856" y="1586799"/>
                  </a:lnTo>
                  <a:lnTo>
                    <a:pt x="832485" y="1233491"/>
                  </a:lnTo>
                  <a:lnTo>
                    <a:pt x="790081" y="1210804"/>
                  </a:lnTo>
                  <a:lnTo>
                    <a:pt x="749617" y="1185926"/>
                  </a:lnTo>
                  <a:lnTo>
                    <a:pt x="711130" y="1158967"/>
                  </a:lnTo>
                  <a:lnTo>
                    <a:pt x="674657" y="1130040"/>
                  </a:lnTo>
                  <a:lnTo>
                    <a:pt x="640235" y="1099253"/>
                  </a:lnTo>
                  <a:lnTo>
                    <a:pt x="607901" y="1066719"/>
                  </a:lnTo>
                  <a:lnTo>
                    <a:pt x="577693" y="1032547"/>
                  </a:lnTo>
                  <a:lnTo>
                    <a:pt x="549648" y="996848"/>
                  </a:lnTo>
                  <a:lnTo>
                    <a:pt x="523802" y="959733"/>
                  </a:lnTo>
                  <a:lnTo>
                    <a:pt x="500194" y="921312"/>
                  </a:lnTo>
                  <a:lnTo>
                    <a:pt x="478860" y="881696"/>
                  </a:lnTo>
                  <a:lnTo>
                    <a:pt x="459837" y="840996"/>
                  </a:lnTo>
                  <a:lnTo>
                    <a:pt x="443163" y="799322"/>
                  </a:lnTo>
                  <a:lnTo>
                    <a:pt x="428874" y="756786"/>
                  </a:lnTo>
                  <a:lnTo>
                    <a:pt x="417008" y="713497"/>
                  </a:lnTo>
                  <a:lnTo>
                    <a:pt x="407603" y="669566"/>
                  </a:lnTo>
                  <a:lnTo>
                    <a:pt x="400694" y="625105"/>
                  </a:lnTo>
                  <a:lnTo>
                    <a:pt x="396320" y="580223"/>
                  </a:lnTo>
                  <a:lnTo>
                    <a:pt x="394518" y="535031"/>
                  </a:lnTo>
                  <a:lnTo>
                    <a:pt x="395324" y="489641"/>
                  </a:lnTo>
                  <a:lnTo>
                    <a:pt x="398776" y="444162"/>
                  </a:lnTo>
                  <a:lnTo>
                    <a:pt x="404911" y="398705"/>
                  </a:lnTo>
                  <a:lnTo>
                    <a:pt x="413767" y="353381"/>
                  </a:lnTo>
                  <a:lnTo>
                    <a:pt x="425379" y="308301"/>
                  </a:lnTo>
                  <a:lnTo>
                    <a:pt x="439787" y="263575"/>
                  </a:lnTo>
                  <a:lnTo>
                    <a:pt x="457026" y="219313"/>
                  </a:lnTo>
                  <a:lnTo>
                    <a:pt x="477134" y="175628"/>
                  </a:lnTo>
                  <a:lnTo>
                    <a:pt x="123825" y="0"/>
                  </a:lnTo>
                  <a:close/>
                </a:path>
              </a:pathLst>
            </a:custGeom>
            <a:solidFill>
              <a:srgbClr val="1700E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38668C7C-6060-EFE0-22DA-4EF4FA3BBB91}"/>
                </a:ext>
              </a:extLst>
            </p:cNvPr>
            <p:cNvSpPr/>
            <p:nvPr/>
          </p:nvSpPr>
          <p:spPr>
            <a:xfrm>
              <a:off x="3368387" y="6475606"/>
              <a:ext cx="2367915" cy="2367915"/>
            </a:xfrm>
            <a:custGeom>
              <a:avLst/>
              <a:gdLst/>
              <a:ahLst/>
              <a:cxnLst/>
              <a:rect l="l" t="t" r="r" b="b"/>
              <a:pathLst>
                <a:path w="2367915" h="2367915">
                  <a:moveTo>
                    <a:pt x="1183649" y="0"/>
                  </a:moveTo>
                  <a:lnTo>
                    <a:pt x="1183649" y="394553"/>
                  </a:lnTo>
                  <a:lnTo>
                    <a:pt x="1231719" y="395993"/>
                  </a:lnTo>
                  <a:lnTo>
                    <a:pt x="1279027" y="400258"/>
                  </a:lnTo>
                  <a:lnTo>
                    <a:pt x="1325491" y="407266"/>
                  </a:lnTo>
                  <a:lnTo>
                    <a:pt x="1371028" y="416934"/>
                  </a:lnTo>
                  <a:lnTo>
                    <a:pt x="1415556" y="429180"/>
                  </a:lnTo>
                  <a:lnTo>
                    <a:pt x="1458992" y="443920"/>
                  </a:lnTo>
                  <a:lnTo>
                    <a:pt x="1501253" y="461074"/>
                  </a:lnTo>
                  <a:lnTo>
                    <a:pt x="1542258" y="480557"/>
                  </a:lnTo>
                  <a:lnTo>
                    <a:pt x="1581923" y="502287"/>
                  </a:lnTo>
                  <a:lnTo>
                    <a:pt x="1620166" y="526182"/>
                  </a:lnTo>
                  <a:lnTo>
                    <a:pt x="1656904" y="552160"/>
                  </a:lnTo>
                  <a:lnTo>
                    <a:pt x="1692055" y="580138"/>
                  </a:lnTo>
                  <a:lnTo>
                    <a:pt x="1725537" y="610032"/>
                  </a:lnTo>
                  <a:lnTo>
                    <a:pt x="1757266" y="641762"/>
                  </a:lnTo>
                  <a:lnTo>
                    <a:pt x="1787161" y="675243"/>
                  </a:lnTo>
                  <a:lnTo>
                    <a:pt x="1815139" y="710395"/>
                  </a:lnTo>
                  <a:lnTo>
                    <a:pt x="1841116" y="747133"/>
                  </a:lnTo>
                  <a:lnTo>
                    <a:pt x="1865012" y="785376"/>
                  </a:lnTo>
                  <a:lnTo>
                    <a:pt x="1886742" y="825041"/>
                  </a:lnTo>
                  <a:lnTo>
                    <a:pt x="1906225" y="866045"/>
                  </a:lnTo>
                  <a:lnTo>
                    <a:pt x="1923378" y="908307"/>
                  </a:lnTo>
                  <a:lnTo>
                    <a:pt x="1938119" y="951743"/>
                  </a:lnTo>
                  <a:lnTo>
                    <a:pt x="1950364" y="996270"/>
                  </a:lnTo>
                  <a:lnTo>
                    <a:pt x="1960032" y="1041808"/>
                  </a:lnTo>
                  <a:lnTo>
                    <a:pt x="1967040" y="1088271"/>
                  </a:lnTo>
                  <a:lnTo>
                    <a:pt x="1971306" y="1135579"/>
                  </a:lnTo>
                  <a:lnTo>
                    <a:pt x="1972746" y="1183649"/>
                  </a:lnTo>
                  <a:lnTo>
                    <a:pt x="1971306" y="1231719"/>
                  </a:lnTo>
                  <a:lnTo>
                    <a:pt x="1967040" y="1279027"/>
                  </a:lnTo>
                  <a:lnTo>
                    <a:pt x="1960032" y="1325491"/>
                  </a:lnTo>
                  <a:lnTo>
                    <a:pt x="1950364" y="1371028"/>
                  </a:lnTo>
                  <a:lnTo>
                    <a:pt x="1938119" y="1415556"/>
                  </a:lnTo>
                  <a:lnTo>
                    <a:pt x="1923378" y="1458992"/>
                  </a:lnTo>
                  <a:lnTo>
                    <a:pt x="1906225" y="1501253"/>
                  </a:lnTo>
                  <a:lnTo>
                    <a:pt x="1886742" y="1542258"/>
                  </a:lnTo>
                  <a:lnTo>
                    <a:pt x="1865012" y="1581923"/>
                  </a:lnTo>
                  <a:lnTo>
                    <a:pt x="1841116" y="1620166"/>
                  </a:lnTo>
                  <a:lnTo>
                    <a:pt x="1815139" y="1656904"/>
                  </a:lnTo>
                  <a:lnTo>
                    <a:pt x="1787161" y="1692055"/>
                  </a:lnTo>
                  <a:lnTo>
                    <a:pt x="1757266" y="1725537"/>
                  </a:lnTo>
                  <a:lnTo>
                    <a:pt x="1725537" y="1757266"/>
                  </a:lnTo>
                  <a:lnTo>
                    <a:pt x="1692055" y="1787161"/>
                  </a:lnTo>
                  <a:lnTo>
                    <a:pt x="1656904" y="1815139"/>
                  </a:lnTo>
                  <a:lnTo>
                    <a:pt x="1620166" y="1841116"/>
                  </a:lnTo>
                  <a:lnTo>
                    <a:pt x="1581923" y="1865012"/>
                  </a:lnTo>
                  <a:lnTo>
                    <a:pt x="1542258" y="1886742"/>
                  </a:lnTo>
                  <a:lnTo>
                    <a:pt x="1501253" y="1906225"/>
                  </a:lnTo>
                  <a:lnTo>
                    <a:pt x="1458992" y="1923378"/>
                  </a:lnTo>
                  <a:lnTo>
                    <a:pt x="1415556" y="1938119"/>
                  </a:lnTo>
                  <a:lnTo>
                    <a:pt x="1371028" y="1950364"/>
                  </a:lnTo>
                  <a:lnTo>
                    <a:pt x="1325491" y="1960032"/>
                  </a:lnTo>
                  <a:lnTo>
                    <a:pt x="1279027" y="1967040"/>
                  </a:lnTo>
                  <a:lnTo>
                    <a:pt x="1231719" y="1971306"/>
                  </a:lnTo>
                  <a:lnTo>
                    <a:pt x="1183649" y="1972746"/>
                  </a:lnTo>
                  <a:lnTo>
                    <a:pt x="1135579" y="1971306"/>
                  </a:lnTo>
                  <a:lnTo>
                    <a:pt x="1088271" y="1967040"/>
                  </a:lnTo>
                  <a:lnTo>
                    <a:pt x="1041808" y="1960032"/>
                  </a:lnTo>
                  <a:lnTo>
                    <a:pt x="996270" y="1950364"/>
                  </a:lnTo>
                  <a:lnTo>
                    <a:pt x="951743" y="1938119"/>
                  </a:lnTo>
                  <a:lnTo>
                    <a:pt x="908307" y="1923378"/>
                  </a:lnTo>
                  <a:lnTo>
                    <a:pt x="866045" y="1906225"/>
                  </a:lnTo>
                  <a:lnTo>
                    <a:pt x="825041" y="1886742"/>
                  </a:lnTo>
                  <a:lnTo>
                    <a:pt x="785376" y="1865012"/>
                  </a:lnTo>
                  <a:lnTo>
                    <a:pt x="747133" y="1841116"/>
                  </a:lnTo>
                  <a:lnTo>
                    <a:pt x="710395" y="1815139"/>
                  </a:lnTo>
                  <a:lnTo>
                    <a:pt x="675243" y="1787161"/>
                  </a:lnTo>
                  <a:lnTo>
                    <a:pt x="641762" y="1757266"/>
                  </a:lnTo>
                  <a:lnTo>
                    <a:pt x="610032" y="1725537"/>
                  </a:lnTo>
                  <a:lnTo>
                    <a:pt x="580138" y="1692055"/>
                  </a:lnTo>
                  <a:lnTo>
                    <a:pt x="552160" y="1656904"/>
                  </a:lnTo>
                  <a:lnTo>
                    <a:pt x="526182" y="1620166"/>
                  </a:lnTo>
                  <a:lnTo>
                    <a:pt x="502287" y="1581923"/>
                  </a:lnTo>
                  <a:lnTo>
                    <a:pt x="480557" y="1542258"/>
                  </a:lnTo>
                  <a:lnTo>
                    <a:pt x="461074" y="1501253"/>
                  </a:lnTo>
                  <a:lnTo>
                    <a:pt x="443920" y="1458992"/>
                  </a:lnTo>
                  <a:lnTo>
                    <a:pt x="429180" y="1415556"/>
                  </a:lnTo>
                  <a:lnTo>
                    <a:pt x="416934" y="1371028"/>
                  </a:lnTo>
                  <a:lnTo>
                    <a:pt x="407266" y="1325491"/>
                  </a:lnTo>
                  <a:lnTo>
                    <a:pt x="400258" y="1279027"/>
                  </a:lnTo>
                  <a:lnTo>
                    <a:pt x="395993" y="1231719"/>
                  </a:lnTo>
                  <a:lnTo>
                    <a:pt x="394553" y="1183649"/>
                  </a:lnTo>
                  <a:lnTo>
                    <a:pt x="0" y="1183649"/>
                  </a:lnTo>
                  <a:lnTo>
                    <a:pt x="987" y="1232439"/>
                  </a:lnTo>
                  <a:lnTo>
                    <a:pt x="3923" y="1280726"/>
                  </a:lnTo>
                  <a:lnTo>
                    <a:pt x="8771" y="1328474"/>
                  </a:lnTo>
                  <a:lnTo>
                    <a:pt x="15492" y="1375643"/>
                  </a:lnTo>
                  <a:lnTo>
                    <a:pt x="24047" y="1422195"/>
                  </a:lnTo>
                  <a:lnTo>
                    <a:pt x="34400" y="1468093"/>
                  </a:lnTo>
                  <a:lnTo>
                    <a:pt x="46511" y="1513298"/>
                  </a:lnTo>
                  <a:lnTo>
                    <a:pt x="60343" y="1557773"/>
                  </a:lnTo>
                  <a:lnTo>
                    <a:pt x="75858" y="1601479"/>
                  </a:lnTo>
                  <a:lnTo>
                    <a:pt x="93017" y="1644378"/>
                  </a:lnTo>
                  <a:lnTo>
                    <a:pt x="111783" y="1686432"/>
                  </a:lnTo>
                  <a:lnTo>
                    <a:pt x="132117" y="1727603"/>
                  </a:lnTo>
                  <a:lnTo>
                    <a:pt x="153982" y="1767853"/>
                  </a:lnTo>
                  <a:lnTo>
                    <a:pt x="177338" y="1807144"/>
                  </a:lnTo>
                  <a:lnTo>
                    <a:pt x="202149" y="1845437"/>
                  </a:lnTo>
                  <a:lnTo>
                    <a:pt x="228376" y="1882696"/>
                  </a:lnTo>
                  <a:lnTo>
                    <a:pt x="255981" y="1918881"/>
                  </a:lnTo>
                  <a:lnTo>
                    <a:pt x="284926" y="1953954"/>
                  </a:lnTo>
                  <a:lnTo>
                    <a:pt x="315173" y="1987878"/>
                  </a:lnTo>
                  <a:lnTo>
                    <a:pt x="346684" y="2020615"/>
                  </a:lnTo>
                  <a:lnTo>
                    <a:pt x="379420" y="2052125"/>
                  </a:lnTo>
                  <a:lnTo>
                    <a:pt x="413344" y="2082372"/>
                  </a:lnTo>
                  <a:lnTo>
                    <a:pt x="448418" y="2111317"/>
                  </a:lnTo>
                  <a:lnTo>
                    <a:pt x="484603" y="2138922"/>
                  </a:lnTo>
                  <a:lnTo>
                    <a:pt x="521861" y="2165149"/>
                  </a:lnTo>
                  <a:lnTo>
                    <a:pt x="560155" y="2189960"/>
                  </a:lnTo>
                  <a:lnTo>
                    <a:pt x="599446" y="2213317"/>
                  </a:lnTo>
                  <a:lnTo>
                    <a:pt x="639696" y="2235182"/>
                  </a:lnTo>
                  <a:lnTo>
                    <a:pt x="680867" y="2255516"/>
                  </a:lnTo>
                  <a:lnTo>
                    <a:pt x="722921" y="2274282"/>
                  </a:lnTo>
                  <a:lnTo>
                    <a:pt x="765820" y="2291441"/>
                  </a:lnTo>
                  <a:lnTo>
                    <a:pt x="809526" y="2306956"/>
                  </a:lnTo>
                  <a:lnTo>
                    <a:pt x="854001" y="2320788"/>
                  </a:lnTo>
                  <a:lnTo>
                    <a:pt x="899206" y="2332899"/>
                  </a:lnTo>
                  <a:lnTo>
                    <a:pt x="945104" y="2343251"/>
                  </a:lnTo>
                  <a:lnTo>
                    <a:pt x="991656" y="2351807"/>
                  </a:lnTo>
                  <a:lnTo>
                    <a:pt x="1038825" y="2358528"/>
                  </a:lnTo>
                  <a:lnTo>
                    <a:pt x="1086572" y="2363375"/>
                  </a:lnTo>
                  <a:lnTo>
                    <a:pt x="1134860" y="2366312"/>
                  </a:lnTo>
                  <a:lnTo>
                    <a:pt x="1183649" y="2367299"/>
                  </a:lnTo>
                  <a:lnTo>
                    <a:pt x="1232439" y="2366312"/>
                  </a:lnTo>
                  <a:lnTo>
                    <a:pt x="1280726" y="2363375"/>
                  </a:lnTo>
                  <a:lnTo>
                    <a:pt x="1328474" y="2358528"/>
                  </a:lnTo>
                  <a:lnTo>
                    <a:pt x="1375643" y="2351807"/>
                  </a:lnTo>
                  <a:lnTo>
                    <a:pt x="1422195" y="2343251"/>
                  </a:lnTo>
                  <a:lnTo>
                    <a:pt x="1468093" y="2332899"/>
                  </a:lnTo>
                  <a:lnTo>
                    <a:pt x="1513298" y="2320788"/>
                  </a:lnTo>
                  <a:lnTo>
                    <a:pt x="1557773" y="2306956"/>
                  </a:lnTo>
                  <a:lnTo>
                    <a:pt x="1601479" y="2291441"/>
                  </a:lnTo>
                  <a:lnTo>
                    <a:pt x="1644378" y="2274282"/>
                  </a:lnTo>
                  <a:lnTo>
                    <a:pt x="1686432" y="2255516"/>
                  </a:lnTo>
                  <a:lnTo>
                    <a:pt x="1727603" y="2235182"/>
                  </a:lnTo>
                  <a:lnTo>
                    <a:pt x="1767853" y="2213317"/>
                  </a:lnTo>
                  <a:lnTo>
                    <a:pt x="1807144" y="2189960"/>
                  </a:lnTo>
                  <a:lnTo>
                    <a:pt x="1845437" y="2165149"/>
                  </a:lnTo>
                  <a:lnTo>
                    <a:pt x="1882696" y="2138922"/>
                  </a:lnTo>
                  <a:lnTo>
                    <a:pt x="1918881" y="2111317"/>
                  </a:lnTo>
                  <a:lnTo>
                    <a:pt x="1953954" y="2082372"/>
                  </a:lnTo>
                  <a:lnTo>
                    <a:pt x="1987878" y="2052125"/>
                  </a:lnTo>
                  <a:lnTo>
                    <a:pt x="2020615" y="2020615"/>
                  </a:lnTo>
                  <a:lnTo>
                    <a:pt x="2052125" y="1987878"/>
                  </a:lnTo>
                  <a:lnTo>
                    <a:pt x="2082372" y="1953954"/>
                  </a:lnTo>
                  <a:lnTo>
                    <a:pt x="2111317" y="1918881"/>
                  </a:lnTo>
                  <a:lnTo>
                    <a:pt x="2138922" y="1882696"/>
                  </a:lnTo>
                  <a:lnTo>
                    <a:pt x="2165149" y="1845437"/>
                  </a:lnTo>
                  <a:lnTo>
                    <a:pt x="2189960" y="1807144"/>
                  </a:lnTo>
                  <a:lnTo>
                    <a:pt x="2213317" y="1767853"/>
                  </a:lnTo>
                  <a:lnTo>
                    <a:pt x="2235182" y="1727603"/>
                  </a:lnTo>
                  <a:lnTo>
                    <a:pt x="2255516" y="1686432"/>
                  </a:lnTo>
                  <a:lnTo>
                    <a:pt x="2274282" y="1644378"/>
                  </a:lnTo>
                  <a:lnTo>
                    <a:pt x="2291441" y="1601479"/>
                  </a:lnTo>
                  <a:lnTo>
                    <a:pt x="2306956" y="1557773"/>
                  </a:lnTo>
                  <a:lnTo>
                    <a:pt x="2320788" y="1513298"/>
                  </a:lnTo>
                  <a:lnTo>
                    <a:pt x="2332899" y="1468093"/>
                  </a:lnTo>
                  <a:lnTo>
                    <a:pt x="2343251" y="1422195"/>
                  </a:lnTo>
                  <a:lnTo>
                    <a:pt x="2351807" y="1375643"/>
                  </a:lnTo>
                  <a:lnTo>
                    <a:pt x="2358528" y="1328474"/>
                  </a:lnTo>
                  <a:lnTo>
                    <a:pt x="2363375" y="1280726"/>
                  </a:lnTo>
                  <a:lnTo>
                    <a:pt x="2366312" y="1232439"/>
                  </a:lnTo>
                  <a:lnTo>
                    <a:pt x="2367299" y="1183649"/>
                  </a:lnTo>
                  <a:lnTo>
                    <a:pt x="2366312" y="1134860"/>
                  </a:lnTo>
                  <a:lnTo>
                    <a:pt x="2363375" y="1086572"/>
                  </a:lnTo>
                  <a:lnTo>
                    <a:pt x="2358528" y="1038825"/>
                  </a:lnTo>
                  <a:lnTo>
                    <a:pt x="2351807" y="991656"/>
                  </a:lnTo>
                  <a:lnTo>
                    <a:pt x="2343251" y="945104"/>
                  </a:lnTo>
                  <a:lnTo>
                    <a:pt x="2332899" y="899206"/>
                  </a:lnTo>
                  <a:lnTo>
                    <a:pt x="2320788" y="854001"/>
                  </a:lnTo>
                  <a:lnTo>
                    <a:pt x="2306956" y="809526"/>
                  </a:lnTo>
                  <a:lnTo>
                    <a:pt x="2291441" y="765820"/>
                  </a:lnTo>
                  <a:lnTo>
                    <a:pt x="2274282" y="722921"/>
                  </a:lnTo>
                  <a:lnTo>
                    <a:pt x="2255516" y="680867"/>
                  </a:lnTo>
                  <a:lnTo>
                    <a:pt x="2235182" y="639696"/>
                  </a:lnTo>
                  <a:lnTo>
                    <a:pt x="2213317" y="599446"/>
                  </a:lnTo>
                  <a:lnTo>
                    <a:pt x="2189960" y="560155"/>
                  </a:lnTo>
                  <a:lnTo>
                    <a:pt x="2165149" y="521861"/>
                  </a:lnTo>
                  <a:lnTo>
                    <a:pt x="2138922" y="484603"/>
                  </a:lnTo>
                  <a:lnTo>
                    <a:pt x="2111317" y="448418"/>
                  </a:lnTo>
                  <a:lnTo>
                    <a:pt x="2082372" y="413344"/>
                  </a:lnTo>
                  <a:lnTo>
                    <a:pt x="2052125" y="379420"/>
                  </a:lnTo>
                  <a:lnTo>
                    <a:pt x="2020615" y="346684"/>
                  </a:lnTo>
                  <a:lnTo>
                    <a:pt x="1987878" y="315173"/>
                  </a:lnTo>
                  <a:lnTo>
                    <a:pt x="1953954" y="284926"/>
                  </a:lnTo>
                  <a:lnTo>
                    <a:pt x="1918881" y="255981"/>
                  </a:lnTo>
                  <a:lnTo>
                    <a:pt x="1882696" y="228376"/>
                  </a:lnTo>
                  <a:lnTo>
                    <a:pt x="1845437" y="202149"/>
                  </a:lnTo>
                  <a:lnTo>
                    <a:pt x="1807144" y="177338"/>
                  </a:lnTo>
                  <a:lnTo>
                    <a:pt x="1767853" y="153982"/>
                  </a:lnTo>
                  <a:lnTo>
                    <a:pt x="1727603" y="132117"/>
                  </a:lnTo>
                  <a:lnTo>
                    <a:pt x="1686432" y="111783"/>
                  </a:lnTo>
                  <a:lnTo>
                    <a:pt x="1644378" y="93017"/>
                  </a:lnTo>
                  <a:lnTo>
                    <a:pt x="1601479" y="75858"/>
                  </a:lnTo>
                  <a:lnTo>
                    <a:pt x="1557773" y="60343"/>
                  </a:lnTo>
                  <a:lnTo>
                    <a:pt x="1513298" y="46511"/>
                  </a:lnTo>
                  <a:lnTo>
                    <a:pt x="1468093" y="34400"/>
                  </a:lnTo>
                  <a:lnTo>
                    <a:pt x="1422195" y="24047"/>
                  </a:lnTo>
                  <a:lnTo>
                    <a:pt x="1375643" y="15492"/>
                  </a:lnTo>
                  <a:lnTo>
                    <a:pt x="1328474" y="8771"/>
                  </a:lnTo>
                  <a:lnTo>
                    <a:pt x="1280726" y="3923"/>
                  </a:lnTo>
                  <a:lnTo>
                    <a:pt x="1232439" y="987"/>
                  </a:lnTo>
                  <a:lnTo>
                    <a:pt x="1183649" y="0"/>
                  </a:lnTo>
                  <a:close/>
                </a:path>
              </a:pathLst>
            </a:custGeom>
            <a:solidFill>
              <a:srgbClr val="FF7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704C1EED-B0D2-904E-BBA1-89C85366AC75}"/>
                </a:ext>
              </a:extLst>
            </p:cNvPr>
            <p:cNvSpPr/>
            <p:nvPr/>
          </p:nvSpPr>
          <p:spPr>
            <a:xfrm>
              <a:off x="1530473" y="5982388"/>
              <a:ext cx="4631690" cy="0"/>
            </a:xfrm>
            <a:custGeom>
              <a:avLst/>
              <a:gdLst/>
              <a:ahLst/>
              <a:cxnLst/>
              <a:rect l="l" t="t" r="r" b="b"/>
              <a:pathLst>
                <a:path w="4631690">
                  <a:moveTo>
                    <a:pt x="0" y="0"/>
                  </a:moveTo>
                  <a:lnTo>
                    <a:pt x="4631429" y="0"/>
                  </a:lnTo>
                </a:path>
              </a:pathLst>
            </a:custGeom>
            <a:ln w="31412">
              <a:solidFill>
                <a:srgbClr val="90AC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19">
              <a:extLst>
                <a:ext uri="{FF2B5EF4-FFF2-40B4-BE49-F238E27FC236}">
                  <a16:creationId xmlns:a16="http://schemas.microsoft.com/office/drawing/2014/main" id="{604E669B-D99C-3826-D415-EA8119462AA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78288" y="9440828"/>
              <a:ext cx="189355" cy="189355"/>
            </a:xfrm>
            <a:prstGeom prst="rect">
              <a:avLst/>
            </a:prstGeom>
          </p:spPr>
        </p:pic>
        <p:pic>
          <p:nvPicPr>
            <p:cNvPr id="21" name="object 20">
              <a:extLst>
                <a:ext uri="{FF2B5EF4-FFF2-40B4-BE49-F238E27FC236}">
                  <a16:creationId xmlns:a16="http://schemas.microsoft.com/office/drawing/2014/main" id="{E526BAB0-EB0E-D414-9A96-980CBB75F1F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2481" y="9440828"/>
              <a:ext cx="189355" cy="189355"/>
            </a:xfrm>
            <a:prstGeom prst="rect">
              <a:avLst/>
            </a:prstGeom>
          </p:spPr>
        </p:pic>
        <p:pic>
          <p:nvPicPr>
            <p:cNvPr id="22" name="object 21">
              <a:extLst>
                <a:ext uri="{FF2B5EF4-FFF2-40B4-BE49-F238E27FC236}">
                  <a16:creationId xmlns:a16="http://schemas.microsoft.com/office/drawing/2014/main" id="{F6B472D3-F06A-8B51-2C0B-605F95E040C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326673" y="9440828"/>
              <a:ext cx="189355" cy="189355"/>
            </a:xfrm>
            <a:prstGeom prst="rect">
              <a:avLst/>
            </a:prstGeom>
          </p:spPr>
        </p:pic>
      </p:grpSp>
      <p:sp>
        <p:nvSpPr>
          <p:cNvPr id="23" name="object 22">
            <a:extLst>
              <a:ext uri="{FF2B5EF4-FFF2-40B4-BE49-F238E27FC236}">
                <a16:creationId xmlns:a16="http://schemas.microsoft.com/office/drawing/2014/main" id="{C6A56C81-10D1-686C-9D7D-ACB3D61219BC}"/>
              </a:ext>
            </a:extLst>
          </p:cNvPr>
          <p:cNvSpPr txBox="1"/>
          <p:nvPr/>
        </p:nvSpPr>
        <p:spPr>
          <a:xfrm>
            <a:off x="3389329" y="9276887"/>
            <a:ext cx="578485" cy="2641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4"/>
              </a:spcBef>
            </a:pPr>
            <a:r>
              <a:rPr sz="1550" spc="-10" dirty="0">
                <a:solidFill>
                  <a:srgbClr val="FF7900"/>
                </a:solidFill>
                <a:latin typeface="Roboto"/>
                <a:cs typeface="Roboto"/>
              </a:rPr>
              <a:t>Lorem</a:t>
            </a:r>
            <a:endParaRPr sz="1550">
              <a:latin typeface="Roboto"/>
              <a:cs typeface="Roboto"/>
            </a:endParaRPr>
          </a:p>
        </p:txBody>
      </p:sp>
      <p:sp>
        <p:nvSpPr>
          <p:cNvPr id="24" name="object 23">
            <a:extLst>
              <a:ext uri="{FF2B5EF4-FFF2-40B4-BE49-F238E27FC236}">
                <a16:creationId xmlns:a16="http://schemas.microsoft.com/office/drawing/2014/main" id="{1276C28B-FD17-28DB-8AB5-165984DD6945}"/>
              </a:ext>
            </a:extLst>
          </p:cNvPr>
          <p:cNvSpPr txBox="1"/>
          <p:nvPr/>
        </p:nvSpPr>
        <p:spPr>
          <a:xfrm>
            <a:off x="4363521" y="9276887"/>
            <a:ext cx="578485" cy="2641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4"/>
              </a:spcBef>
            </a:pPr>
            <a:r>
              <a:rPr sz="1550" spc="-10" dirty="0">
                <a:solidFill>
                  <a:srgbClr val="1700E6"/>
                </a:solidFill>
                <a:latin typeface="Roboto"/>
                <a:cs typeface="Roboto"/>
              </a:rPr>
              <a:t>Lorem</a:t>
            </a:r>
            <a:endParaRPr sz="1550">
              <a:latin typeface="Roboto"/>
              <a:cs typeface="Roboto"/>
            </a:endParaRPr>
          </a:p>
        </p:txBody>
      </p:sp>
      <p:sp>
        <p:nvSpPr>
          <p:cNvPr id="25" name="object 24">
            <a:extLst>
              <a:ext uri="{FF2B5EF4-FFF2-40B4-BE49-F238E27FC236}">
                <a16:creationId xmlns:a16="http://schemas.microsoft.com/office/drawing/2014/main" id="{6E3E1B7E-CCC9-7855-5C10-3374FD39CE59}"/>
              </a:ext>
            </a:extLst>
          </p:cNvPr>
          <p:cNvSpPr txBox="1"/>
          <p:nvPr/>
        </p:nvSpPr>
        <p:spPr>
          <a:xfrm>
            <a:off x="5337711" y="9276887"/>
            <a:ext cx="578485" cy="2641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4"/>
              </a:spcBef>
            </a:pPr>
            <a:r>
              <a:rPr sz="1550" spc="-10" dirty="0">
                <a:solidFill>
                  <a:srgbClr val="97B4FF"/>
                </a:solidFill>
                <a:latin typeface="Roboto"/>
                <a:cs typeface="Roboto"/>
              </a:rPr>
              <a:t>Lorem</a:t>
            </a:r>
            <a:endParaRPr sz="1550">
              <a:latin typeface="Roboto"/>
              <a:cs typeface="Roboto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94F0EE03-35E2-103F-1674-DADB3DE62FB7}"/>
              </a:ext>
            </a:extLst>
          </p:cNvPr>
          <p:cNvSpPr/>
          <p:nvPr/>
        </p:nvSpPr>
        <p:spPr>
          <a:xfrm>
            <a:off x="6790767" y="1831052"/>
            <a:ext cx="12602170" cy="7935595"/>
          </a:xfrm>
          <a:custGeom>
            <a:avLst/>
            <a:gdLst/>
            <a:ahLst/>
            <a:cxnLst/>
            <a:rect l="l" t="t" r="r" b="b"/>
            <a:pathLst>
              <a:path w="12068810" h="7935595">
                <a:moveTo>
                  <a:pt x="12068302" y="7935014"/>
                </a:moveTo>
                <a:lnTo>
                  <a:pt x="0" y="7935014"/>
                </a:lnTo>
                <a:lnTo>
                  <a:pt x="0" y="0"/>
                </a:lnTo>
                <a:lnTo>
                  <a:pt x="12068302" y="0"/>
                </a:lnTo>
                <a:lnTo>
                  <a:pt x="12068302" y="7935014"/>
                </a:lnTo>
                <a:close/>
              </a:path>
            </a:pathLst>
          </a:custGeom>
          <a:ln w="31412">
            <a:solidFill>
              <a:srgbClr val="90AC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46">
            <a:extLst>
              <a:ext uri="{FF2B5EF4-FFF2-40B4-BE49-F238E27FC236}">
                <a16:creationId xmlns:a16="http://schemas.microsoft.com/office/drawing/2014/main" id="{2C6E530C-F78A-2B35-0A61-5D055D8448DB}"/>
              </a:ext>
            </a:extLst>
          </p:cNvPr>
          <p:cNvSpPr txBox="1"/>
          <p:nvPr/>
        </p:nvSpPr>
        <p:spPr>
          <a:xfrm>
            <a:off x="15474932" y="8985929"/>
            <a:ext cx="655320" cy="291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750" b="1" spc="40" dirty="0">
                <a:latin typeface="Arial"/>
                <a:cs typeface="Arial"/>
              </a:rPr>
              <a:t>Q1’21</a:t>
            </a:r>
            <a:endParaRPr sz="1750">
              <a:latin typeface="Arial"/>
              <a:cs typeface="Arial"/>
            </a:endParaRPr>
          </a:p>
        </p:txBody>
      </p:sp>
      <p:sp>
        <p:nvSpPr>
          <p:cNvPr id="29" name="object 47">
            <a:extLst>
              <a:ext uri="{FF2B5EF4-FFF2-40B4-BE49-F238E27FC236}">
                <a16:creationId xmlns:a16="http://schemas.microsoft.com/office/drawing/2014/main" id="{42E419F7-28F5-A6E8-E912-8C0E07F9B52B}"/>
              </a:ext>
            </a:extLst>
          </p:cNvPr>
          <p:cNvSpPr txBox="1"/>
          <p:nvPr/>
        </p:nvSpPr>
        <p:spPr>
          <a:xfrm>
            <a:off x="16997993" y="8985929"/>
            <a:ext cx="655320" cy="291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750" b="1" spc="40" dirty="0">
                <a:latin typeface="Arial"/>
                <a:cs typeface="Arial"/>
              </a:rPr>
              <a:t>Q1’22</a:t>
            </a:r>
            <a:endParaRPr sz="1750">
              <a:latin typeface="Arial"/>
              <a:cs typeface="Arial"/>
            </a:endParaRPr>
          </a:p>
        </p:txBody>
      </p:sp>
      <p:sp>
        <p:nvSpPr>
          <p:cNvPr id="30" name="object 28">
            <a:extLst>
              <a:ext uri="{FF2B5EF4-FFF2-40B4-BE49-F238E27FC236}">
                <a16:creationId xmlns:a16="http://schemas.microsoft.com/office/drawing/2014/main" id="{BA8B64D8-DFE1-BD83-9289-65EF936B88C3}"/>
              </a:ext>
            </a:extLst>
          </p:cNvPr>
          <p:cNvSpPr txBox="1"/>
          <p:nvPr/>
        </p:nvSpPr>
        <p:spPr>
          <a:xfrm>
            <a:off x="7995407" y="3960641"/>
            <a:ext cx="1042035" cy="62103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2555" marR="5080" indent="-123189">
              <a:lnSpc>
                <a:spcPts val="2310"/>
              </a:lnSpc>
              <a:spcBef>
                <a:spcPts val="229"/>
              </a:spcBef>
            </a:pPr>
            <a:r>
              <a:rPr sz="1950" dirty="0">
                <a:solidFill>
                  <a:srgbClr val="1300EB"/>
                </a:solidFill>
                <a:latin typeface="Arial Black"/>
                <a:cs typeface="Arial Black"/>
              </a:rPr>
              <a:t>Title</a:t>
            </a:r>
            <a:r>
              <a:rPr sz="1950" spc="355" dirty="0">
                <a:solidFill>
                  <a:srgbClr val="1300EB"/>
                </a:solidFill>
                <a:latin typeface="Arial Black"/>
                <a:cs typeface="Arial Black"/>
              </a:rPr>
              <a:t> </a:t>
            </a:r>
            <a:r>
              <a:rPr sz="1950" spc="35" dirty="0">
                <a:solidFill>
                  <a:srgbClr val="1300EB"/>
                </a:solidFill>
                <a:latin typeface="Arial Black"/>
                <a:cs typeface="Arial Black"/>
              </a:rPr>
              <a:t>of </a:t>
            </a:r>
            <a:r>
              <a:rPr sz="1950" spc="60" dirty="0">
                <a:solidFill>
                  <a:srgbClr val="1300EB"/>
                </a:solidFill>
                <a:latin typeface="Arial Black"/>
                <a:cs typeface="Arial Black"/>
              </a:rPr>
              <a:t>Chart</a:t>
            </a:r>
            <a:endParaRPr sz="1950">
              <a:latin typeface="Arial Black"/>
              <a:cs typeface="Arial Black"/>
            </a:endParaRPr>
          </a:p>
        </p:txBody>
      </p:sp>
      <p:sp>
        <p:nvSpPr>
          <p:cNvPr id="31" name="object 29">
            <a:extLst>
              <a:ext uri="{FF2B5EF4-FFF2-40B4-BE49-F238E27FC236}">
                <a16:creationId xmlns:a16="http://schemas.microsoft.com/office/drawing/2014/main" id="{14D994FE-3B57-8DCB-FE61-B7D0A5680D38}"/>
              </a:ext>
            </a:extLst>
          </p:cNvPr>
          <p:cNvSpPr txBox="1"/>
          <p:nvPr/>
        </p:nvSpPr>
        <p:spPr>
          <a:xfrm>
            <a:off x="9829305" y="5527816"/>
            <a:ext cx="655320" cy="291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750" b="1" spc="40" dirty="0">
                <a:latin typeface="Arial"/>
                <a:cs typeface="Arial"/>
              </a:rPr>
              <a:t>Q1’21</a:t>
            </a:r>
            <a:endParaRPr sz="1750">
              <a:latin typeface="Arial"/>
              <a:cs typeface="Arial"/>
            </a:endParaRPr>
          </a:p>
        </p:txBody>
      </p:sp>
      <p:sp>
        <p:nvSpPr>
          <p:cNvPr id="32" name="object 30">
            <a:extLst>
              <a:ext uri="{FF2B5EF4-FFF2-40B4-BE49-F238E27FC236}">
                <a16:creationId xmlns:a16="http://schemas.microsoft.com/office/drawing/2014/main" id="{CCB8B2E9-D0E8-1E1E-D680-FE4EB17CDFDE}"/>
              </a:ext>
            </a:extLst>
          </p:cNvPr>
          <p:cNvSpPr txBox="1"/>
          <p:nvPr/>
        </p:nvSpPr>
        <p:spPr>
          <a:xfrm>
            <a:off x="11352365" y="5527816"/>
            <a:ext cx="655320" cy="291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750" b="1" spc="40" dirty="0">
                <a:latin typeface="Arial"/>
                <a:cs typeface="Arial"/>
              </a:rPr>
              <a:t>Q1’22</a:t>
            </a:r>
            <a:endParaRPr sz="1750">
              <a:latin typeface="Arial"/>
              <a:cs typeface="Arial"/>
            </a:endParaRPr>
          </a:p>
        </p:txBody>
      </p:sp>
      <p:grpSp>
        <p:nvGrpSpPr>
          <p:cNvPr id="33" name="object 31">
            <a:extLst>
              <a:ext uri="{FF2B5EF4-FFF2-40B4-BE49-F238E27FC236}">
                <a16:creationId xmlns:a16="http://schemas.microsoft.com/office/drawing/2014/main" id="{9F7269E4-69E8-7302-E7AF-25C4C35DE7FF}"/>
              </a:ext>
            </a:extLst>
          </p:cNvPr>
          <p:cNvGrpSpPr/>
          <p:nvPr/>
        </p:nvGrpSpPr>
        <p:grpSpPr>
          <a:xfrm>
            <a:off x="9380051" y="3500865"/>
            <a:ext cx="3047365" cy="1837689"/>
            <a:chOff x="9491460" y="3621680"/>
            <a:chExt cx="3047365" cy="1837689"/>
          </a:xfrm>
        </p:grpSpPr>
        <p:sp>
          <p:nvSpPr>
            <p:cNvPr id="34" name="object 32">
              <a:extLst>
                <a:ext uri="{FF2B5EF4-FFF2-40B4-BE49-F238E27FC236}">
                  <a16:creationId xmlns:a16="http://schemas.microsoft.com/office/drawing/2014/main" id="{1D0494F8-2048-5886-6919-F3F99D9DC0B2}"/>
                </a:ext>
              </a:extLst>
            </p:cNvPr>
            <p:cNvSpPr/>
            <p:nvPr/>
          </p:nvSpPr>
          <p:spPr>
            <a:xfrm>
              <a:off x="9507335" y="5443307"/>
              <a:ext cx="3015615" cy="0"/>
            </a:xfrm>
            <a:custGeom>
              <a:avLst/>
              <a:gdLst/>
              <a:ahLst/>
              <a:cxnLst/>
              <a:rect l="l" t="t" r="r" b="b"/>
              <a:pathLst>
                <a:path w="3015615">
                  <a:moveTo>
                    <a:pt x="0" y="0"/>
                  </a:moveTo>
                  <a:lnTo>
                    <a:pt x="3015520" y="0"/>
                  </a:lnTo>
                </a:path>
              </a:pathLst>
            </a:custGeom>
            <a:ln w="31412">
              <a:solidFill>
                <a:srgbClr val="1300E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3">
              <a:extLst>
                <a:ext uri="{FF2B5EF4-FFF2-40B4-BE49-F238E27FC236}">
                  <a16:creationId xmlns:a16="http://schemas.microsoft.com/office/drawing/2014/main" id="{75C66A67-5D2F-D4D4-6677-37F7823E9736}"/>
                </a:ext>
              </a:extLst>
            </p:cNvPr>
            <p:cNvSpPr/>
            <p:nvPr/>
          </p:nvSpPr>
          <p:spPr>
            <a:xfrm>
              <a:off x="9813062" y="3621690"/>
              <a:ext cx="2413000" cy="1821814"/>
            </a:xfrm>
            <a:custGeom>
              <a:avLst/>
              <a:gdLst/>
              <a:ahLst/>
              <a:cxnLst/>
              <a:rect l="l" t="t" r="r" b="b"/>
              <a:pathLst>
                <a:path w="2413000" h="1821814">
                  <a:moveTo>
                    <a:pt x="889889" y="84340"/>
                  </a:moveTo>
                  <a:lnTo>
                    <a:pt x="0" y="84340"/>
                  </a:lnTo>
                  <a:lnTo>
                    <a:pt x="0" y="1821624"/>
                  </a:lnTo>
                  <a:lnTo>
                    <a:pt x="889889" y="1821624"/>
                  </a:lnTo>
                  <a:lnTo>
                    <a:pt x="889889" y="84340"/>
                  </a:lnTo>
                  <a:close/>
                </a:path>
                <a:path w="2413000" h="1821814">
                  <a:moveTo>
                    <a:pt x="2412847" y="0"/>
                  </a:moveTo>
                  <a:lnTo>
                    <a:pt x="1522958" y="0"/>
                  </a:lnTo>
                  <a:lnTo>
                    <a:pt x="1522958" y="1821624"/>
                  </a:lnTo>
                  <a:lnTo>
                    <a:pt x="2412847" y="1821624"/>
                  </a:lnTo>
                  <a:lnTo>
                    <a:pt x="2412847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4">
            <a:extLst>
              <a:ext uri="{FF2B5EF4-FFF2-40B4-BE49-F238E27FC236}">
                <a16:creationId xmlns:a16="http://schemas.microsoft.com/office/drawing/2014/main" id="{050AF3BC-F876-B1E8-6C65-0DD05D40DE02}"/>
              </a:ext>
            </a:extLst>
          </p:cNvPr>
          <p:cNvSpPr txBox="1"/>
          <p:nvPr/>
        </p:nvSpPr>
        <p:spPr>
          <a:xfrm>
            <a:off x="9919115" y="4324297"/>
            <a:ext cx="473709" cy="291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750" b="1" spc="-25" dirty="0">
                <a:solidFill>
                  <a:srgbClr val="FFFFFF"/>
                </a:solidFill>
                <a:latin typeface="Arial"/>
                <a:cs typeface="Arial"/>
              </a:rPr>
              <a:t>79%</a:t>
            </a:r>
            <a:endParaRPr sz="1750">
              <a:latin typeface="Arial"/>
              <a:cs typeface="Arial"/>
            </a:endParaRPr>
          </a:p>
        </p:txBody>
      </p:sp>
      <p:sp>
        <p:nvSpPr>
          <p:cNvPr id="37" name="object 35">
            <a:extLst>
              <a:ext uri="{FF2B5EF4-FFF2-40B4-BE49-F238E27FC236}">
                <a16:creationId xmlns:a16="http://schemas.microsoft.com/office/drawing/2014/main" id="{B16A1F55-C998-8CD2-21AB-D97312BC4DD1}"/>
              </a:ext>
            </a:extLst>
          </p:cNvPr>
          <p:cNvSpPr txBox="1"/>
          <p:nvPr/>
        </p:nvSpPr>
        <p:spPr>
          <a:xfrm>
            <a:off x="11442174" y="4324297"/>
            <a:ext cx="473709" cy="291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750" b="1" spc="-25" dirty="0">
                <a:solidFill>
                  <a:srgbClr val="FFFFFF"/>
                </a:solidFill>
                <a:latin typeface="Arial"/>
                <a:cs typeface="Arial"/>
              </a:rPr>
              <a:t>83%</a:t>
            </a:r>
            <a:endParaRPr sz="1750">
              <a:latin typeface="Arial"/>
              <a:cs typeface="Arial"/>
            </a:endParaRPr>
          </a:p>
        </p:txBody>
      </p:sp>
      <p:sp>
        <p:nvSpPr>
          <p:cNvPr id="38" name="object 36">
            <a:extLst>
              <a:ext uri="{FF2B5EF4-FFF2-40B4-BE49-F238E27FC236}">
                <a16:creationId xmlns:a16="http://schemas.microsoft.com/office/drawing/2014/main" id="{25C55297-9B83-19AA-7556-9D769136F2E1}"/>
              </a:ext>
            </a:extLst>
          </p:cNvPr>
          <p:cNvSpPr txBox="1"/>
          <p:nvPr/>
        </p:nvSpPr>
        <p:spPr>
          <a:xfrm>
            <a:off x="13645452" y="3960641"/>
            <a:ext cx="1042035" cy="62103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2555" marR="5080" indent="-123189">
              <a:lnSpc>
                <a:spcPts val="2310"/>
              </a:lnSpc>
              <a:spcBef>
                <a:spcPts val="229"/>
              </a:spcBef>
            </a:pPr>
            <a:r>
              <a:rPr sz="1950" dirty="0">
                <a:solidFill>
                  <a:srgbClr val="1300EB"/>
                </a:solidFill>
                <a:latin typeface="Arial Black"/>
                <a:cs typeface="Arial Black"/>
              </a:rPr>
              <a:t>Title</a:t>
            </a:r>
            <a:r>
              <a:rPr sz="1950" spc="355" dirty="0">
                <a:solidFill>
                  <a:srgbClr val="1300EB"/>
                </a:solidFill>
                <a:latin typeface="Arial Black"/>
                <a:cs typeface="Arial Black"/>
              </a:rPr>
              <a:t> </a:t>
            </a:r>
            <a:r>
              <a:rPr sz="1950" spc="35" dirty="0">
                <a:solidFill>
                  <a:srgbClr val="1300EB"/>
                </a:solidFill>
                <a:latin typeface="Arial Black"/>
                <a:cs typeface="Arial Black"/>
              </a:rPr>
              <a:t>of </a:t>
            </a:r>
            <a:r>
              <a:rPr sz="1950" spc="60" dirty="0">
                <a:solidFill>
                  <a:srgbClr val="1300EB"/>
                </a:solidFill>
                <a:latin typeface="Arial Black"/>
                <a:cs typeface="Arial Black"/>
              </a:rPr>
              <a:t>Chart</a:t>
            </a:r>
            <a:endParaRPr sz="1950">
              <a:latin typeface="Arial Black"/>
              <a:cs typeface="Arial Black"/>
            </a:endParaRPr>
          </a:p>
        </p:txBody>
      </p:sp>
      <p:sp>
        <p:nvSpPr>
          <p:cNvPr id="39" name="object 37">
            <a:extLst>
              <a:ext uri="{FF2B5EF4-FFF2-40B4-BE49-F238E27FC236}">
                <a16:creationId xmlns:a16="http://schemas.microsoft.com/office/drawing/2014/main" id="{139D4C00-4C3E-1E97-2853-BF06B185137B}"/>
              </a:ext>
            </a:extLst>
          </p:cNvPr>
          <p:cNvSpPr txBox="1"/>
          <p:nvPr/>
        </p:nvSpPr>
        <p:spPr>
          <a:xfrm>
            <a:off x="15479350" y="5527816"/>
            <a:ext cx="655320" cy="291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750" b="1" spc="40" dirty="0">
                <a:latin typeface="Arial"/>
                <a:cs typeface="Arial"/>
              </a:rPr>
              <a:t>Q1’21</a:t>
            </a:r>
            <a:endParaRPr sz="1750">
              <a:latin typeface="Arial"/>
              <a:cs typeface="Arial"/>
            </a:endParaRPr>
          </a:p>
        </p:txBody>
      </p:sp>
      <p:sp>
        <p:nvSpPr>
          <p:cNvPr id="40" name="object 38">
            <a:extLst>
              <a:ext uri="{FF2B5EF4-FFF2-40B4-BE49-F238E27FC236}">
                <a16:creationId xmlns:a16="http://schemas.microsoft.com/office/drawing/2014/main" id="{4D825E10-BC53-B4A6-CFDA-B8FE512953FE}"/>
              </a:ext>
            </a:extLst>
          </p:cNvPr>
          <p:cNvSpPr txBox="1"/>
          <p:nvPr/>
        </p:nvSpPr>
        <p:spPr>
          <a:xfrm>
            <a:off x="17002409" y="5527816"/>
            <a:ext cx="655320" cy="291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750" b="1" spc="40" dirty="0">
                <a:latin typeface="Arial"/>
                <a:cs typeface="Arial"/>
              </a:rPr>
              <a:t>Q1’22</a:t>
            </a:r>
            <a:endParaRPr sz="1750">
              <a:latin typeface="Arial"/>
              <a:cs typeface="Arial"/>
            </a:endParaRPr>
          </a:p>
        </p:txBody>
      </p:sp>
      <p:grpSp>
        <p:nvGrpSpPr>
          <p:cNvPr id="41" name="object 39">
            <a:extLst>
              <a:ext uri="{FF2B5EF4-FFF2-40B4-BE49-F238E27FC236}">
                <a16:creationId xmlns:a16="http://schemas.microsoft.com/office/drawing/2014/main" id="{8B35979A-EF4E-6B3C-9EB7-7DC748EF0CB8}"/>
              </a:ext>
            </a:extLst>
          </p:cNvPr>
          <p:cNvGrpSpPr/>
          <p:nvPr/>
        </p:nvGrpSpPr>
        <p:grpSpPr>
          <a:xfrm>
            <a:off x="15030102" y="3500865"/>
            <a:ext cx="3047365" cy="1837689"/>
            <a:chOff x="15141511" y="3621680"/>
            <a:chExt cx="3047365" cy="1837689"/>
          </a:xfrm>
        </p:grpSpPr>
        <p:sp>
          <p:nvSpPr>
            <p:cNvPr id="42" name="object 40">
              <a:extLst>
                <a:ext uri="{FF2B5EF4-FFF2-40B4-BE49-F238E27FC236}">
                  <a16:creationId xmlns:a16="http://schemas.microsoft.com/office/drawing/2014/main" id="{47C69F26-6D33-771C-208E-56242907471C}"/>
                </a:ext>
              </a:extLst>
            </p:cNvPr>
            <p:cNvSpPr/>
            <p:nvPr/>
          </p:nvSpPr>
          <p:spPr>
            <a:xfrm>
              <a:off x="15157386" y="5443307"/>
              <a:ext cx="3015615" cy="0"/>
            </a:xfrm>
            <a:custGeom>
              <a:avLst/>
              <a:gdLst/>
              <a:ahLst/>
              <a:cxnLst/>
              <a:rect l="l" t="t" r="r" b="b"/>
              <a:pathLst>
                <a:path w="3015615">
                  <a:moveTo>
                    <a:pt x="0" y="0"/>
                  </a:moveTo>
                  <a:lnTo>
                    <a:pt x="3015520" y="0"/>
                  </a:lnTo>
                </a:path>
              </a:pathLst>
            </a:custGeom>
            <a:ln w="31412">
              <a:solidFill>
                <a:srgbClr val="1300E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1">
              <a:extLst>
                <a:ext uri="{FF2B5EF4-FFF2-40B4-BE49-F238E27FC236}">
                  <a16:creationId xmlns:a16="http://schemas.microsoft.com/office/drawing/2014/main" id="{015A0E10-B064-7ED6-1008-466D6BB51444}"/>
                </a:ext>
              </a:extLst>
            </p:cNvPr>
            <p:cNvSpPr/>
            <p:nvPr/>
          </p:nvSpPr>
          <p:spPr>
            <a:xfrm>
              <a:off x="15463114" y="3621690"/>
              <a:ext cx="2413000" cy="1821814"/>
            </a:xfrm>
            <a:custGeom>
              <a:avLst/>
              <a:gdLst/>
              <a:ahLst/>
              <a:cxnLst/>
              <a:rect l="l" t="t" r="r" b="b"/>
              <a:pathLst>
                <a:path w="2413000" h="1821814">
                  <a:moveTo>
                    <a:pt x="889876" y="84340"/>
                  </a:moveTo>
                  <a:lnTo>
                    <a:pt x="0" y="84340"/>
                  </a:lnTo>
                  <a:lnTo>
                    <a:pt x="0" y="1821624"/>
                  </a:lnTo>
                  <a:lnTo>
                    <a:pt x="889876" y="1821624"/>
                  </a:lnTo>
                  <a:lnTo>
                    <a:pt x="889876" y="84340"/>
                  </a:lnTo>
                  <a:close/>
                </a:path>
                <a:path w="2413000" h="1821814">
                  <a:moveTo>
                    <a:pt x="2412835" y="0"/>
                  </a:moveTo>
                  <a:lnTo>
                    <a:pt x="1522958" y="0"/>
                  </a:lnTo>
                  <a:lnTo>
                    <a:pt x="1522958" y="1821624"/>
                  </a:lnTo>
                  <a:lnTo>
                    <a:pt x="2412835" y="1821624"/>
                  </a:lnTo>
                  <a:lnTo>
                    <a:pt x="2412835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2">
            <a:extLst>
              <a:ext uri="{FF2B5EF4-FFF2-40B4-BE49-F238E27FC236}">
                <a16:creationId xmlns:a16="http://schemas.microsoft.com/office/drawing/2014/main" id="{E208D76D-BD59-66DD-5B20-6FA715FC9BA7}"/>
              </a:ext>
            </a:extLst>
          </p:cNvPr>
          <p:cNvSpPr txBox="1"/>
          <p:nvPr/>
        </p:nvSpPr>
        <p:spPr>
          <a:xfrm>
            <a:off x="15569161" y="4324297"/>
            <a:ext cx="473709" cy="291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750" b="1" spc="-25" dirty="0">
                <a:solidFill>
                  <a:srgbClr val="FFFFFF"/>
                </a:solidFill>
                <a:latin typeface="Arial"/>
                <a:cs typeface="Arial"/>
              </a:rPr>
              <a:t>79%</a:t>
            </a:r>
            <a:endParaRPr sz="1750">
              <a:latin typeface="Arial"/>
              <a:cs typeface="Arial"/>
            </a:endParaRPr>
          </a:p>
        </p:txBody>
      </p:sp>
      <p:sp>
        <p:nvSpPr>
          <p:cNvPr id="45" name="object 43">
            <a:extLst>
              <a:ext uri="{FF2B5EF4-FFF2-40B4-BE49-F238E27FC236}">
                <a16:creationId xmlns:a16="http://schemas.microsoft.com/office/drawing/2014/main" id="{CE024418-4AF8-F9E1-7640-95474E78977C}"/>
              </a:ext>
            </a:extLst>
          </p:cNvPr>
          <p:cNvSpPr txBox="1"/>
          <p:nvPr/>
        </p:nvSpPr>
        <p:spPr>
          <a:xfrm>
            <a:off x="17092219" y="4324297"/>
            <a:ext cx="473709" cy="291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750" b="1" spc="-25" dirty="0">
                <a:solidFill>
                  <a:srgbClr val="FFFFFF"/>
                </a:solidFill>
                <a:latin typeface="Arial"/>
                <a:cs typeface="Arial"/>
              </a:rPr>
              <a:t>83%</a:t>
            </a:r>
            <a:endParaRPr sz="1750">
              <a:latin typeface="Arial"/>
              <a:cs typeface="Arial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88FB5C39-798A-6577-6322-BF8695B3DE6C}"/>
              </a:ext>
            </a:extLst>
          </p:cNvPr>
          <p:cNvSpPr txBox="1"/>
          <p:nvPr/>
        </p:nvSpPr>
        <p:spPr>
          <a:xfrm>
            <a:off x="16080097" y="2806404"/>
            <a:ext cx="978535" cy="5683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3550" b="1" spc="95" dirty="0">
                <a:solidFill>
                  <a:srgbClr val="FF7900"/>
                </a:solidFill>
                <a:latin typeface="Arial"/>
                <a:cs typeface="Arial"/>
              </a:rPr>
              <a:t>+4%</a:t>
            </a:r>
            <a:endParaRPr sz="3550">
              <a:latin typeface="Arial"/>
              <a:cs typeface="Arial"/>
            </a:endParaRPr>
          </a:p>
        </p:txBody>
      </p:sp>
      <p:sp>
        <p:nvSpPr>
          <p:cNvPr id="47" name="object 45">
            <a:extLst>
              <a:ext uri="{FF2B5EF4-FFF2-40B4-BE49-F238E27FC236}">
                <a16:creationId xmlns:a16="http://schemas.microsoft.com/office/drawing/2014/main" id="{7C697220-5DB7-18C5-0FE1-1FFB93F5D87C}"/>
              </a:ext>
            </a:extLst>
          </p:cNvPr>
          <p:cNvSpPr txBox="1"/>
          <p:nvPr/>
        </p:nvSpPr>
        <p:spPr>
          <a:xfrm>
            <a:off x="13641035" y="7418755"/>
            <a:ext cx="1042035" cy="62103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2555" marR="5080" indent="-123189">
              <a:lnSpc>
                <a:spcPts val="2310"/>
              </a:lnSpc>
              <a:spcBef>
                <a:spcPts val="229"/>
              </a:spcBef>
            </a:pPr>
            <a:r>
              <a:rPr sz="1950" dirty="0">
                <a:solidFill>
                  <a:srgbClr val="1300EB"/>
                </a:solidFill>
                <a:latin typeface="Arial Black"/>
                <a:cs typeface="Arial Black"/>
              </a:rPr>
              <a:t>Title</a:t>
            </a:r>
            <a:r>
              <a:rPr sz="1950" spc="355" dirty="0">
                <a:solidFill>
                  <a:srgbClr val="1300EB"/>
                </a:solidFill>
                <a:latin typeface="Arial Black"/>
                <a:cs typeface="Arial Black"/>
              </a:rPr>
              <a:t> </a:t>
            </a:r>
            <a:r>
              <a:rPr sz="1950" spc="35" dirty="0">
                <a:solidFill>
                  <a:srgbClr val="1300EB"/>
                </a:solidFill>
                <a:latin typeface="Arial Black"/>
                <a:cs typeface="Arial Black"/>
              </a:rPr>
              <a:t>of </a:t>
            </a:r>
            <a:r>
              <a:rPr sz="1950" spc="60" dirty="0">
                <a:solidFill>
                  <a:srgbClr val="1300EB"/>
                </a:solidFill>
                <a:latin typeface="Arial Black"/>
                <a:cs typeface="Arial Black"/>
              </a:rPr>
              <a:t>Chart</a:t>
            </a:r>
            <a:endParaRPr sz="1950">
              <a:latin typeface="Arial Black"/>
              <a:cs typeface="Arial Black"/>
            </a:endParaRPr>
          </a:p>
        </p:txBody>
      </p:sp>
      <p:grpSp>
        <p:nvGrpSpPr>
          <p:cNvPr id="48" name="object 48">
            <a:extLst>
              <a:ext uri="{FF2B5EF4-FFF2-40B4-BE49-F238E27FC236}">
                <a16:creationId xmlns:a16="http://schemas.microsoft.com/office/drawing/2014/main" id="{D6A3A82F-ABB9-3035-91A9-5088D0402098}"/>
              </a:ext>
            </a:extLst>
          </p:cNvPr>
          <p:cNvGrpSpPr/>
          <p:nvPr/>
        </p:nvGrpSpPr>
        <p:grpSpPr>
          <a:xfrm>
            <a:off x="15025679" y="6958969"/>
            <a:ext cx="3047365" cy="1837689"/>
            <a:chOff x="15137088" y="7079784"/>
            <a:chExt cx="3047365" cy="1837689"/>
          </a:xfrm>
        </p:grpSpPr>
        <p:sp>
          <p:nvSpPr>
            <p:cNvPr id="49" name="object 49">
              <a:extLst>
                <a:ext uri="{FF2B5EF4-FFF2-40B4-BE49-F238E27FC236}">
                  <a16:creationId xmlns:a16="http://schemas.microsoft.com/office/drawing/2014/main" id="{E7D2A958-5BBC-4F7E-2721-9719920A3CCF}"/>
                </a:ext>
              </a:extLst>
            </p:cNvPr>
            <p:cNvSpPr/>
            <p:nvPr/>
          </p:nvSpPr>
          <p:spPr>
            <a:xfrm>
              <a:off x="15152963" y="8901417"/>
              <a:ext cx="3015615" cy="0"/>
            </a:xfrm>
            <a:custGeom>
              <a:avLst/>
              <a:gdLst/>
              <a:ahLst/>
              <a:cxnLst/>
              <a:rect l="l" t="t" r="r" b="b"/>
              <a:pathLst>
                <a:path w="3015615">
                  <a:moveTo>
                    <a:pt x="0" y="0"/>
                  </a:moveTo>
                  <a:lnTo>
                    <a:pt x="3015520" y="0"/>
                  </a:lnTo>
                </a:path>
              </a:pathLst>
            </a:custGeom>
            <a:ln w="31412">
              <a:solidFill>
                <a:srgbClr val="1300E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>
              <a:extLst>
                <a:ext uri="{FF2B5EF4-FFF2-40B4-BE49-F238E27FC236}">
                  <a16:creationId xmlns:a16="http://schemas.microsoft.com/office/drawing/2014/main" id="{C2F3F022-5210-5500-128B-3FC669E7F8C1}"/>
                </a:ext>
              </a:extLst>
            </p:cNvPr>
            <p:cNvSpPr/>
            <p:nvPr/>
          </p:nvSpPr>
          <p:spPr>
            <a:xfrm>
              <a:off x="15458694" y="7079785"/>
              <a:ext cx="2413000" cy="1821814"/>
            </a:xfrm>
            <a:custGeom>
              <a:avLst/>
              <a:gdLst/>
              <a:ahLst/>
              <a:cxnLst/>
              <a:rect l="l" t="t" r="r" b="b"/>
              <a:pathLst>
                <a:path w="2413000" h="1821815">
                  <a:moveTo>
                    <a:pt x="889876" y="84353"/>
                  </a:moveTo>
                  <a:lnTo>
                    <a:pt x="0" y="84353"/>
                  </a:lnTo>
                  <a:lnTo>
                    <a:pt x="0" y="1821637"/>
                  </a:lnTo>
                  <a:lnTo>
                    <a:pt x="889876" y="1821637"/>
                  </a:lnTo>
                  <a:lnTo>
                    <a:pt x="889876" y="84353"/>
                  </a:lnTo>
                  <a:close/>
                </a:path>
                <a:path w="2413000" h="1821815">
                  <a:moveTo>
                    <a:pt x="2412835" y="0"/>
                  </a:moveTo>
                  <a:lnTo>
                    <a:pt x="1522958" y="0"/>
                  </a:lnTo>
                  <a:lnTo>
                    <a:pt x="1522958" y="1821637"/>
                  </a:lnTo>
                  <a:lnTo>
                    <a:pt x="2412835" y="1821637"/>
                  </a:lnTo>
                  <a:lnTo>
                    <a:pt x="2412835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1" name="object 51">
            <a:extLst>
              <a:ext uri="{FF2B5EF4-FFF2-40B4-BE49-F238E27FC236}">
                <a16:creationId xmlns:a16="http://schemas.microsoft.com/office/drawing/2014/main" id="{57EBA789-01A2-5C91-66D0-7A24853252B6}"/>
              </a:ext>
            </a:extLst>
          </p:cNvPr>
          <p:cNvSpPr txBox="1"/>
          <p:nvPr/>
        </p:nvSpPr>
        <p:spPr>
          <a:xfrm>
            <a:off x="15503482" y="7782410"/>
            <a:ext cx="596265" cy="291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750" b="1" spc="-10" dirty="0">
                <a:solidFill>
                  <a:srgbClr val="FFFFFF"/>
                </a:solidFill>
                <a:latin typeface="Arial"/>
                <a:cs typeface="Arial"/>
              </a:rPr>
              <a:t>1,377</a:t>
            </a:r>
            <a:endParaRPr sz="1750">
              <a:latin typeface="Arial"/>
              <a:cs typeface="Arial"/>
            </a:endParaRPr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853CCF0E-23D4-B1FF-256D-949AEFF3E32E}"/>
              </a:ext>
            </a:extLst>
          </p:cNvPr>
          <p:cNvSpPr txBox="1"/>
          <p:nvPr/>
        </p:nvSpPr>
        <p:spPr>
          <a:xfrm>
            <a:off x="17026541" y="7782410"/>
            <a:ext cx="596265" cy="291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750" b="1" spc="-10" dirty="0">
                <a:solidFill>
                  <a:srgbClr val="FFFFFF"/>
                </a:solidFill>
                <a:latin typeface="Arial"/>
                <a:cs typeface="Arial"/>
              </a:rPr>
              <a:t>1,392</a:t>
            </a:r>
            <a:endParaRPr sz="1750">
              <a:latin typeface="Arial"/>
              <a:cs typeface="Arial"/>
            </a:endParaRPr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3364F4AF-B28E-57C8-C79B-9FD221DD3EEE}"/>
              </a:ext>
            </a:extLst>
          </p:cNvPr>
          <p:cNvSpPr txBox="1"/>
          <p:nvPr/>
        </p:nvSpPr>
        <p:spPr>
          <a:xfrm>
            <a:off x="15871252" y="6264517"/>
            <a:ext cx="1387475" cy="5683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3550" b="1" spc="110" dirty="0">
                <a:solidFill>
                  <a:srgbClr val="FF7900"/>
                </a:solidFill>
                <a:latin typeface="Arial"/>
                <a:cs typeface="Arial"/>
              </a:rPr>
              <a:t>+1.4%</a:t>
            </a:r>
            <a:endParaRPr sz="3550">
              <a:latin typeface="Arial"/>
              <a:cs typeface="Arial"/>
            </a:endParaRPr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5ED30C4A-66AD-C864-E65C-4ADB352A0F59}"/>
              </a:ext>
            </a:extLst>
          </p:cNvPr>
          <p:cNvSpPr txBox="1"/>
          <p:nvPr/>
        </p:nvSpPr>
        <p:spPr>
          <a:xfrm>
            <a:off x="8082979" y="7487510"/>
            <a:ext cx="1042035" cy="601345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marL="122555" marR="5080" indent="-123189">
              <a:lnSpc>
                <a:spcPts val="2160"/>
              </a:lnSpc>
              <a:spcBef>
                <a:spcPts val="350"/>
              </a:spcBef>
            </a:pPr>
            <a:r>
              <a:rPr sz="1950" dirty="0">
                <a:solidFill>
                  <a:srgbClr val="1300EB"/>
                </a:solidFill>
                <a:latin typeface="Arial Black"/>
                <a:cs typeface="Arial Black"/>
              </a:rPr>
              <a:t>Title</a:t>
            </a:r>
            <a:r>
              <a:rPr sz="1950" spc="355" dirty="0">
                <a:solidFill>
                  <a:srgbClr val="1300EB"/>
                </a:solidFill>
                <a:latin typeface="Arial Black"/>
                <a:cs typeface="Arial Black"/>
              </a:rPr>
              <a:t> </a:t>
            </a:r>
            <a:r>
              <a:rPr sz="1950" spc="35" dirty="0">
                <a:solidFill>
                  <a:srgbClr val="1300EB"/>
                </a:solidFill>
                <a:latin typeface="Arial Black"/>
                <a:cs typeface="Arial Black"/>
              </a:rPr>
              <a:t>of </a:t>
            </a:r>
            <a:r>
              <a:rPr sz="1950" spc="60" dirty="0">
                <a:solidFill>
                  <a:srgbClr val="1300EB"/>
                </a:solidFill>
                <a:latin typeface="Arial Black"/>
                <a:cs typeface="Arial Black"/>
              </a:rPr>
              <a:t>Chart</a:t>
            </a:r>
            <a:endParaRPr sz="1950">
              <a:latin typeface="Arial Black"/>
              <a:cs typeface="Arial Black"/>
            </a:endParaRPr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058E56BC-77C1-AA33-5F11-DF04C35A76F1}"/>
              </a:ext>
            </a:extLst>
          </p:cNvPr>
          <p:cNvSpPr txBox="1"/>
          <p:nvPr/>
        </p:nvSpPr>
        <p:spPr>
          <a:xfrm>
            <a:off x="9825103" y="8856006"/>
            <a:ext cx="612775" cy="2736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sz="1600" b="1" spc="50" dirty="0">
                <a:latin typeface="Arial"/>
                <a:cs typeface="Arial"/>
              </a:rPr>
              <a:t>Q1’21</a:t>
            </a:r>
            <a:endParaRPr sz="1600">
              <a:latin typeface="Arial"/>
              <a:cs typeface="Arial"/>
            </a:endParaRPr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B352C22B-DD63-0920-338F-123AB34DF9AD}"/>
              </a:ext>
            </a:extLst>
          </p:cNvPr>
          <p:cNvSpPr txBox="1"/>
          <p:nvPr/>
        </p:nvSpPr>
        <p:spPr>
          <a:xfrm>
            <a:off x="11246638" y="8856006"/>
            <a:ext cx="612775" cy="2736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sz="1600" b="1" spc="50" dirty="0">
                <a:latin typeface="Arial"/>
                <a:cs typeface="Arial"/>
              </a:rPr>
              <a:t>Q1’22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57" name="object 57">
            <a:extLst>
              <a:ext uri="{FF2B5EF4-FFF2-40B4-BE49-F238E27FC236}">
                <a16:creationId xmlns:a16="http://schemas.microsoft.com/office/drawing/2014/main" id="{0CC56238-1420-D43A-25ED-B4CF8B5F5112}"/>
              </a:ext>
            </a:extLst>
          </p:cNvPr>
          <p:cNvGrpSpPr/>
          <p:nvPr/>
        </p:nvGrpSpPr>
        <p:grpSpPr>
          <a:xfrm>
            <a:off x="9424723" y="7075960"/>
            <a:ext cx="2814955" cy="1716405"/>
            <a:chOff x="9536132" y="7196775"/>
            <a:chExt cx="2814955" cy="1716405"/>
          </a:xfrm>
        </p:grpSpPr>
        <p:sp>
          <p:nvSpPr>
            <p:cNvPr id="58" name="object 58">
              <a:extLst>
                <a:ext uri="{FF2B5EF4-FFF2-40B4-BE49-F238E27FC236}">
                  <a16:creationId xmlns:a16="http://schemas.microsoft.com/office/drawing/2014/main" id="{CCD8E3F9-2ECA-7F5D-416F-D34632198D05}"/>
                </a:ext>
              </a:extLst>
            </p:cNvPr>
            <p:cNvSpPr/>
            <p:nvPr/>
          </p:nvSpPr>
          <p:spPr>
            <a:xfrm>
              <a:off x="9536132" y="8896995"/>
              <a:ext cx="2814955" cy="0"/>
            </a:xfrm>
            <a:custGeom>
              <a:avLst/>
              <a:gdLst/>
              <a:ahLst/>
              <a:cxnLst/>
              <a:rect l="l" t="t" r="r" b="b"/>
              <a:pathLst>
                <a:path w="2814954">
                  <a:moveTo>
                    <a:pt x="0" y="0"/>
                  </a:moveTo>
                  <a:lnTo>
                    <a:pt x="2814521" y="0"/>
                  </a:lnTo>
                </a:path>
              </a:pathLst>
            </a:custGeom>
            <a:ln w="31412">
              <a:solidFill>
                <a:srgbClr val="1300E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>
              <a:extLst>
                <a:ext uri="{FF2B5EF4-FFF2-40B4-BE49-F238E27FC236}">
                  <a16:creationId xmlns:a16="http://schemas.microsoft.com/office/drawing/2014/main" id="{FC669852-9438-63C5-27F3-3B41CFE8465C}"/>
                </a:ext>
              </a:extLst>
            </p:cNvPr>
            <p:cNvSpPr/>
            <p:nvPr/>
          </p:nvSpPr>
          <p:spPr>
            <a:xfrm>
              <a:off x="9821469" y="7196778"/>
              <a:ext cx="2252345" cy="1700530"/>
            </a:xfrm>
            <a:custGeom>
              <a:avLst/>
              <a:gdLst/>
              <a:ahLst/>
              <a:cxnLst/>
              <a:rect l="l" t="t" r="r" b="b"/>
              <a:pathLst>
                <a:path w="2252345" h="1700529">
                  <a:moveTo>
                    <a:pt x="830580" y="78740"/>
                  </a:moveTo>
                  <a:lnTo>
                    <a:pt x="0" y="78740"/>
                  </a:lnTo>
                  <a:lnTo>
                    <a:pt x="0" y="1700225"/>
                  </a:lnTo>
                  <a:lnTo>
                    <a:pt x="830580" y="1700225"/>
                  </a:lnTo>
                  <a:lnTo>
                    <a:pt x="830580" y="78740"/>
                  </a:lnTo>
                  <a:close/>
                </a:path>
                <a:path w="2252345" h="1700529">
                  <a:moveTo>
                    <a:pt x="2252027" y="0"/>
                  </a:moveTo>
                  <a:lnTo>
                    <a:pt x="1421460" y="0"/>
                  </a:lnTo>
                  <a:lnTo>
                    <a:pt x="1421460" y="1700225"/>
                  </a:lnTo>
                  <a:lnTo>
                    <a:pt x="2252027" y="1700225"/>
                  </a:lnTo>
                  <a:lnTo>
                    <a:pt x="2252027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0" name="object 60">
            <a:extLst>
              <a:ext uri="{FF2B5EF4-FFF2-40B4-BE49-F238E27FC236}">
                <a16:creationId xmlns:a16="http://schemas.microsoft.com/office/drawing/2014/main" id="{533D9A1F-1686-AD32-8E6D-BA2DD1611682}"/>
              </a:ext>
            </a:extLst>
          </p:cNvPr>
          <p:cNvSpPr txBox="1"/>
          <p:nvPr/>
        </p:nvSpPr>
        <p:spPr>
          <a:xfrm>
            <a:off x="9855861" y="7843684"/>
            <a:ext cx="557530" cy="2736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sz="1600" b="1" spc="-10" dirty="0">
                <a:solidFill>
                  <a:srgbClr val="FFFFFF"/>
                </a:solidFill>
                <a:latin typeface="Arial"/>
                <a:cs typeface="Arial"/>
              </a:rPr>
              <a:t>1,164</a:t>
            </a:r>
            <a:endParaRPr sz="1600">
              <a:latin typeface="Arial"/>
              <a:cs typeface="Arial"/>
            </a:endParaRPr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BEA59450-9B53-1B4E-A9A6-020931984F51}"/>
              </a:ext>
            </a:extLst>
          </p:cNvPr>
          <p:cNvSpPr txBox="1"/>
          <p:nvPr/>
        </p:nvSpPr>
        <p:spPr>
          <a:xfrm>
            <a:off x="11277397" y="7843684"/>
            <a:ext cx="557530" cy="2736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sz="1600" b="1" spc="-10" dirty="0">
                <a:solidFill>
                  <a:srgbClr val="FFFFFF"/>
                </a:solidFill>
                <a:latin typeface="Arial"/>
                <a:cs typeface="Arial"/>
              </a:rPr>
              <a:t>1,183</a:t>
            </a:r>
            <a:endParaRPr sz="1600">
              <a:latin typeface="Arial"/>
              <a:cs typeface="Arial"/>
            </a:endParaRPr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A998BA26-789D-7AB3-AE41-61A182283F82}"/>
              </a:ext>
            </a:extLst>
          </p:cNvPr>
          <p:cNvSpPr txBox="1"/>
          <p:nvPr/>
        </p:nvSpPr>
        <p:spPr>
          <a:xfrm>
            <a:off x="10199119" y="6426962"/>
            <a:ext cx="1295400" cy="5321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sz="3300" b="1" spc="105" dirty="0">
                <a:solidFill>
                  <a:srgbClr val="FF7900"/>
                </a:solidFill>
                <a:latin typeface="Arial"/>
                <a:cs typeface="Arial"/>
              </a:rPr>
              <a:t>+0.4%</a:t>
            </a:r>
            <a:endParaRPr sz="3300">
              <a:latin typeface="Arial"/>
              <a:cs typeface="Arial"/>
            </a:endParaRPr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2CB69932-DE45-B2A9-8D1B-BFF55099154E}"/>
              </a:ext>
            </a:extLst>
          </p:cNvPr>
          <p:cNvSpPr txBox="1"/>
          <p:nvPr/>
        </p:nvSpPr>
        <p:spPr>
          <a:xfrm>
            <a:off x="7367909" y="1796283"/>
            <a:ext cx="5325110" cy="1578610"/>
          </a:xfrm>
          <a:prstGeom prst="rect">
            <a:avLst/>
          </a:prstGeom>
        </p:spPr>
        <p:txBody>
          <a:bodyPr vert="horz" wrap="square" lIns="0" tIns="2724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145"/>
              </a:spcBef>
            </a:pPr>
            <a:r>
              <a:rPr sz="2850" spc="105" dirty="0">
                <a:solidFill>
                  <a:srgbClr val="1300EB"/>
                </a:solidFill>
                <a:latin typeface="Arial Black"/>
                <a:cs typeface="Arial Black"/>
              </a:rPr>
              <a:t>Chart</a:t>
            </a:r>
            <a:r>
              <a:rPr sz="2850" spc="170" dirty="0">
                <a:solidFill>
                  <a:srgbClr val="1300EB"/>
                </a:solidFill>
                <a:latin typeface="Arial Black"/>
                <a:cs typeface="Arial Black"/>
              </a:rPr>
              <a:t> </a:t>
            </a:r>
            <a:r>
              <a:rPr sz="2850" spc="75" dirty="0">
                <a:solidFill>
                  <a:srgbClr val="1300EB"/>
                </a:solidFill>
                <a:latin typeface="Arial Black"/>
                <a:cs typeface="Arial Black"/>
              </a:rPr>
              <a:t>Subhead</a:t>
            </a:r>
            <a:r>
              <a:rPr sz="2850" spc="170" dirty="0">
                <a:solidFill>
                  <a:srgbClr val="1300EB"/>
                </a:solidFill>
                <a:latin typeface="Arial Black"/>
                <a:cs typeface="Arial Black"/>
              </a:rPr>
              <a:t> </a:t>
            </a:r>
            <a:r>
              <a:rPr sz="2850" spc="70" dirty="0">
                <a:solidFill>
                  <a:srgbClr val="1300EB"/>
                </a:solidFill>
                <a:latin typeface="Arial Black"/>
                <a:cs typeface="Arial Black"/>
              </a:rPr>
              <a:t>Title</a:t>
            </a:r>
            <a:r>
              <a:rPr sz="2850" spc="170" dirty="0">
                <a:solidFill>
                  <a:srgbClr val="1300EB"/>
                </a:solidFill>
                <a:latin typeface="Arial Black"/>
                <a:cs typeface="Arial Black"/>
              </a:rPr>
              <a:t> </a:t>
            </a:r>
            <a:r>
              <a:rPr sz="2850" spc="65" dirty="0">
                <a:solidFill>
                  <a:srgbClr val="1300EB"/>
                </a:solidFill>
                <a:latin typeface="Arial Black"/>
                <a:cs typeface="Arial Black"/>
              </a:rPr>
              <a:t>Here</a:t>
            </a:r>
            <a:endParaRPr sz="2850" dirty="0">
              <a:latin typeface="Arial Black"/>
              <a:cs typeface="Arial Black"/>
            </a:endParaRPr>
          </a:p>
          <a:p>
            <a:pPr marL="3116580">
              <a:lnSpc>
                <a:spcPct val="100000"/>
              </a:lnSpc>
              <a:spcBef>
                <a:spcPts val="2500"/>
              </a:spcBef>
            </a:pPr>
            <a:r>
              <a:rPr sz="3550" b="1" spc="95" dirty="0">
                <a:solidFill>
                  <a:srgbClr val="FF7900"/>
                </a:solidFill>
                <a:latin typeface="Arial"/>
                <a:cs typeface="Arial"/>
              </a:rPr>
              <a:t>+4%</a:t>
            </a:r>
            <a:endParaRPr sz="3550" dirty="0">
              <a:latin typeface="Arial"/>
              <a:cs typeface="Arial"/>
            </a:endParaRPr>
          </a:p>
        </p:txBody>
      </p:sp>
      <p:sp>
        <p:nvSpPr>
          <p:cNvPr id="64" name="object 35">
            <a:extLst>
              <a:ext uri="{FF2B5EF4-FFF2-40B4-BE49-F238E27FC236}">
                <a16:creationId xmlns:a16="http://schemas.microsoft.com/office/drawing/2014/main" id="{6418FDA7-7925-23C0-6A09-C3522DC8BDFC}"/>
              </a:ext>
            </a:extLst>
          </p:cNvPr>
          <p:cNvSpPr txBox="1">
            <a:spLocks/>
          </p:cNvSpPr>
          <p:nvPr/>
        </p:nvSpPr>
        <p:spPr>
          <a:xfrm>
            <a:off x="2213492" y="361714"/>
            <a:ext cx="16755826" cy="5065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2700">
              <a:spcBef>
                <a:spcPts val="110"/>
              </a:spcBef>
            </a:pPr>
            <a:r>
              <a:rPr lang="en-MY" sz="3200" dirty="0"/>
              <a:t>Key Insights</a:t>
            </a:r>
            <a:endParaRPr lang="en-MY" sz="3200" b="1" spc="90" dirty="0"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7886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638ED-5F8D-F8CF-EBCB-8797BEB82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8">
            <a:extLst>
              <a:ext uri="{FF2B5EF4-FFF2-40B4-BE49-F238E27FC236}">
                <a16:creationId xmlns:a16="http://schemas.microsoft.com/office/drawing/2014/main" id="{D3E4A236-D64A-AF9D-E0E1-4FADA0DA71CA}"/>
              </a:ext>
            </a:extLst>
          </p:cNvPr>
          <p:cNvSpPr txBox="1"/>
          <p:nvPr/>
        </p:nvSpPr>
        <p:spPr>
          <a:xfrm>
            <a:off x="855171" y="7161330"/>
            <a:ext cx="13327594" cy="2391873"/>
          </a:xfrm>
          <a:prstGeom prst="rect">
            <a:avLst/>
          </a:prstGeom>
        </p:spPr>
        <p:txBody>
          <a:bodyPr vert="horz" wrap="square" lIns="0" tIns="27051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2130"/>
              </a:spcBef>
            </a:pPr>
            <a:r>
              <a:rPr sz="3600" dirty="0">
                <a:solidFill>
                  <a:srgbClr val="FF7900"/>
                </a:solidFill>
                <a:latin typeface="Arial Black"/>
                <a:cs typeface="Arial Black"/>
              </a:rPr>
              <a:t>SLIDE</a:t>
            </a:r>
            <a:r>
              <a:rPr sz="3600" spc="240" dirty="0">
                <a:solidFill>
                  <a:srgbClr val="FF7900"/>
                </a:solidFill>
                <a:latin typeface="Arial Black"/>
                <a:cs typeface="Arial Black"/>
              </a:rPr>
              <a:t> </a:t>
            </a:r>
            <a:r>
              <a:rPr sz="3600" spc="-10" dirty="0">
                <a:solidFill>
                  <a:srgbClr val="FF7900"/>
                </a:solidFill>
                <a:latin typeface="Arial Black"/>
                <a:cs typeface="Arial Black"/>
              </a:rPr>
              <a:t>SUBTITLE</a:t>
            </a:r>
            <a:r>
              <a:rPr lang="en-GB" sz="3600" spc="-10" dirty="0">
                <a:solidFill>
                  <a:srgbClr val="FF7900"/>
                </a:solidFill>
                <a:latin typeface="Arial Black"/>
                <a:cs typeface="Arial Black"/>
              </a:rPr>
              <a:t> (Arial Black, 36)</a:t>
            </a:r>
            <a:endParaRPr sz="3600" dirty="0">
              <a:latin typeface="Arial Black"/>
              <a:cs typeface="Arial Black"/>
            </a:endParaRPr>
          </a:p>
          <a:p>
            <a:pPr marL="43815" marR="5080" algn="just">
              <a:lnSpc>
                <a:spcPct val="101099"/>
              </a:lnSpc>
              <a:spcBef>
                <a:spcPts val="1400"/>
              </a:spcBef>
            </a:pPr>
            <a:r>
              <a:rPr lang="en-MY" sz="3000" spc="-10" dirty="0">
                <a:latin typeface="Arial"/>
                <a:cs typeface="Arial"/>
              </a:rPr>
              <a:t>(Arial Regular, 30) </a:t>
            </a:r>
            <a:r>
              <a:rPr sz="3000" dirty="0">
                <a:latin typeface="Arial"/>
                <a:cs typeface="Arial"/>
              </a:rPr>
              <a:t>dolor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 err="1">
                <a:latin typeface="Arial"/>
                <a:cs typeface="Arial"/>
              </a:rPr>
              <a:t>amet</a:t>
            </a:r>
            <a:r>
              <a:rPr sz="3000" dirty="0">
                <a:latin typeface="Arial"/>
                <a:cs typeface="Arial"/>
              </a:rPr>
              <a:t>,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spc="-25" dirty="0">
                <a:latin typeface="Arial"/>
                <a:cs typeface="Arial"/>
              </a:rPr>
              <a:t>consectetuer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spc="-20" dirty="0">
                <a:latin typeface="Arial"/>
                <a:cs typeface="Arial"/>
              </a:rPr>
              <a:t>adipiscing</a:t>
            </a:r>
            <a:r>
              <a:rPr sz="3000" spc="-12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elit,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sed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diam</a:t>
            </a:r>
            <a:r>
              <a:rPr sz="3000" spc="-125" dirty="0">
                <a:latin typeface="Arial"/>
                <a:cs typeface="Arial"/>
              </a:rPr>
              <a:t> </a:t>
            </a:r>
            <a:r>
              <a:rPr sz="3000" spc="-10" dirty="0">
                <a:latin typeface="Arial"/>
                <a:cs typeface="Arial"/>
              </a:rPr>
              <a:t>nonummy </a:t>
            </a:r>
            <a:r>
              <a:rPr sz="3000" dirty="0">
                <a:latin typeface="Arial"/>
                <a:cs typeface="Arial"/>
              </a:rPr>
              <a:t>nibh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euismod</a:t>
            </a:r>
            <a:r>
              <a:rPr sz="3000" spc="3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tincidunt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ut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laoreet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dolore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magna</a:t>
            </a:r>
            <a:r>
              <a:rPr sz="3000" spc="3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aliquam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erat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volutpat.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spc="-25" dirty="0">
                <a:latin typeface="Arial"/>
                <a:cs typeface="Arial"/>
              </a:rPr>
              <a:t>Ut </a:t>
            </a:r>
            <a:r>
              <a:rPr sz="3000" dirty="0">
                <a:latin typeface="Arial"/>
                <a:cs typeface="Arial"/>
              </a:rPr>
              <a:t>wisi</a:t>
            </a:r>
            <a:r>
              <a:rPr sz="3000" spc="1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enim</a:t>
            </a:r>
            <a:r>
              <a:rPr sz="3000" spc="114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ad</a:t>
            </a:r>
            <a:r>
              <a:rPr sz="3000" spc="1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minim</a:t>
            </a:r>
            <a:r>
              <a:rPr sz="3000" spc="114" dirty="0">
                <a:latin typeface="Arial"/>
                <a:cs typeface="Arial"/>
              </a:rPr>
              <a:t> </a:t>
            </a:r>
            <a:r>
              <a:rPr sz="3000" dirty="0" err="1">
                <a:latin typeface="Arial"/>
                <a:cs typeface="Arial"/>
              </a:rPr>
              <a:t>veniam</a:t>
            </a:r>
            <a:r>
              <a:rPr lang="en-GB" sz="3000" dirty="0">
                <a:latin typeface="Arial"/>
                <a:cs typeface="Arial"/>
              </a:rPr>
              <a:t>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3" name="object 9">
            <a:extLst>
              <a:ext uri="{FF2B5EF4-FFF2-40B4-BE49-F238E27FC236}">
                <a16:creationId xmlns:a16="http://schemas.microsoft.com/office/drawing/2014/main" id="{50D6446F-2A8F-FE8B-CA8A-22B40F0A13A4}"/>
              </a:ext>
            </a:extLst>
          </p:cNvPr>
          <p:cNvSpPr txBox="1"/>
          <p:nvPr/>
        </p:nvSpPr>
        <p:spPr>
          <a:xfrm>
            <a:off x="855172" y="1343535"/>
            <a:ext cx="13327593" cy="280448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Lorem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ipsum</a:t>
            </a:r>
            <a:r>
              <a:rPr sz="3000" b="1" spc="15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dolor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spc="-20" dirty="0" err="1">
                <a:solidFill>
                  <a:srgbClr val="1D1D1B"/>
                </a:solidFill>
                <a:latin typeface="Arial"/>
                <a:cs typeface="Arial"/>
              </a:rPr>
              <a:t>amet</a:t>
            </a:r>
            <a:r>
              <a:rPr lang="en-US" sz="3000" b="1" spc="-20" dirty="0">
                <a:solidFill>
                  <a:srgbClr val="1D1D1B"/>
                </a:solidFill>
                <a:latin typeface="Arial"/>
                <a:cs typeface="Arial"/>
              </a:rPr>
              <a:t> (Arial Bold, 30)</a:t>
            </a:r>
            <a:endParaRPr sz="3000" dirty="0">
              <a:latin typeface="Arial"/>
              <a:cs typeface="Arial"/>
            </a:endParaRPr>
          </a:p>
          <a:p>
            <a:pPr marL="12700" marR="5080">
              <a:lnSpc>
                <a:spcPct val="101099"/>
              </a:lnSpc>
            </a:pPr>
            <a:r>
              <a:rPr lang="en-MY" sz="3000" spc="-10" dirty="0">
                <a:solidFill>
                  <a:srgbClr val="1D1D1B"/>
                </a:solidFill>
                <a:latin typeface="Arial"/>
                <a:cs typeface="Arial"/>
              </a:rPr>
              <a:t>(Arial Regular, 30)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amet,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5" dirty="0">
                <a:solidFill>
                  <a:srgbClr val="1D1D1B"/>
                </a:solidFill>
                <a:latin typeface="Arial"/>
                <a:cs typeface="Arial"/>
              </a:rPr>
              <a:t>consectetuer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0" dirty="0">
                <a:solidFill>
                  <a:srgbClr val="1D1D1B"/>
                </a:solidFill>
                <a:latin typeface="Arial"/>
                <a:cs typeface="Arial"/>
              </a:rPr>
              <a:t>adipiscing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elit,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sed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diam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 err="1">
                <a:solidFill>
                  <a:srgbClr val="1D1D1B"/>
                </a:solidFill>
                <a:latin typeface="Arial"/>
                <a:cs typeface="Arial"/>
              </a:rPr>
              <a:t>nonumm</a:t>
            </a:r>
            <a:r>
              <a:rPr lang="en-GB" sz="3000" spc="-10" dirty="0">
                <a:solidFill>
                  <a:srgbClr val="1D1D1B"/>
                </a:solidFill>
                <a:latin typeface="Arial"/>
                <a:cs typeface="Arial"/>
              </a:rPr>
              <a:t>y.</a:t>
            </a:r>
            <a:br>
              <a:rPr lang="en-GB" sz="3000" spc="-10" dirty="0">
                <a:solidFill>
                  <a:srgbClr val="1D1D1B"/>
                </a:solidFill>
                <a:latin typeface="Arial"/>
                <a:cs typeface="Arial"/>
              </a:rPr>
            </a:br>
            <a:endParaRPr sz="3000" dirty="0">
              <a:latin typeface="Arial"/>
              <a:cs typeface="Arial"/>
            </a:endParaRPr>
          </a:p>
          <a:p>
            <a:pPr marL="12700" marR="5080">
              <a:lnSpc>
                <a:spcPct val="101099"/>
              </a:lnSpc>
            </a:pP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Lorem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ipsum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dolor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amet,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5" dirty="0">
                <a:solidFill>
                  <a:srgbClr val="1D1D1B"/>
                </a:solidFill>
                <a:latin typeface="Arial"/>
                <a:cs typeface="Arial"/>
              </a:rPr>
              <a:t>consectetuer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0" dirty="0">
                <a:solidFill>
                  <a:srgbClr val="1D1D1B"/>
                </a:solidFill>
                <a:latin typeface="Arial"/>
                <a:cs typeface="Arial"/>
              </a:rPr>
              <a:t>adipiscing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elit,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sed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diam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nonummy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nibh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euismod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tincidunt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ut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laoreet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dolore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magna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aliquam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erat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volutpat.</a:t>
            </a:r>
            <a:endParaRPr sz="30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Ut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wisi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enim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ad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minim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veniam,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quis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nostrud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exerci.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94C0EC8D-BBD6-7F2E-EAD8-A4F3C241CEB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474953" y="10517696"/>
            <a:ext cx="462394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MY" dirty="0">
                <a:solidFill>
                  <a:srgbClr val="1500D9"/>
                </a:solidFill>
              </a:rPr>
              <a:t>7</a:t>
            </a:r>
          </a:p>
        </p:txBody>
      </p:sp>
      <p:sp>
        <p:nvSpPr>
          <p:cNvPr id="4" name="object 35">
            <a:extLst>
              <a:ext uri="{FF2B5EF4-FFF2-40B4-BE49-F238E27FC236}">
                <a16:creationId xmlns:a16="http://schemas.microsoft.com/office/drawing/2014/main" id="{81ECA438-80AC-7ABC-0586-675FD907EDA8}"/>
              </a:ext>
            </a:extLst>
          </p:cNvPr>
          <p:cNvSpPr txBox="1">
            <a:spLocks/>
          </p:cNvSpPr>
          <p:nvPr/>
        </p:nvSpPr>
        <p:spPr>
          <a:xfrm>
            <a:off x="2213492" y="361714"/>
            <a:ext cx="16755826" cy="5065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2700">
              <a:spcBef>
                <a:spcPts val="110"/>
              </a:spcBef>
            </a:pPr>
            <a:r>
              <a:rPr lang="en-MY" sz="3200" dirty="0"/>
              <a:t>Root Cause Hypotheses </a:t>
            </a:r>
            <a:r>
              <a:rPr lang="en-MY" sz="3200" b="1" spc="105" dirty="0">
                <a:latin typeface="Arial Black" panose="020B0604020202020204" pitchFamily="34" charset="0"/>
                <a:cs typeface="Arial Black" panose="020B0604020202020204" pitchFamily="34" charset="0"/>
              </a:rPr>
              <a:t>(Arial Black, 32, ALL CAPS/Title Case)</a:t>
            </a:r>
            <a:endParaRPr lang="en-MY" sz="3200" b="1" spc="90" dirty="0"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894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ED202-FBAD-C27D-7F79-788FC4AD8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8">
            <a:extLst>
              <a:ext uri="{FF2B5EF4-FFF2-40B4-BE49-F238E27FC236}">
                <a16:creationId xmlns:a16="http://schemas.microsoft.com/office/drawing/2014/main" id="{9FAAD91F-0599-57A2-D77F-84DAB895EC44}"/>
              </a:ext>
            </a:extLst>
          </p:cNvPr>
          <p:cNvSpPr txBox="1"/>
          <p:nvPr/>
        </p:nvSpPr>
        <p:spPr>
          <a:xfrm>
            <a:off x="855171" y="7161330"/>
            <a:ext cx="13327594" cy="2391873"/>
          </a:xfrm>
          <a:prstGeom prst="rect">
            <a:avLst/>
          </a:prstGeom>
        </p:spPr>
        <p:txBody>
          <a:bodyPr vert="horz" wrap="square" lIns="0" tIns="27051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2130"/>
              </a:spcBef>
            </a:pPr>
            <a:r>
              <a:rPr sz="3600" dirty="0">
                <a:solidFill>
                  <a:srgbClr val="FF7900"/>
                </a:solidFill>
                <a:latin typeface="Arial Black"/>
                <a:cs typeface="Arial Black"/>
              </a:rPr>
              <a:t>SLIDE</a:t>
            </a:r>
            <a:r>
              <a:rPr sz="3600" spc="240" dirty="0">
                <a:solidFill>
                  <a:srgbClr val="FF7900"/>
                </a:solidFill>
                <a:latin typeface="Arial Black"/>
                <a:cs typeface="Arial Black"/>
              </a:rPr>
              <a:t> </a:t>
            </a:r>
            <a:r>
              <a:rPr sz="3600" spc="-10" dirty="0">
                <a:solidFill>
                  <a:srgbClr val="FF7900"/>
                </a:solidFill>
                <a:latin typeface="Arial Black"/>
                <a:cs typeface="Arial Black"/>
              </a:rPr>
              <a:t>SUBTITLE</a:t>
            </a:r>
            <a:r>
              <a:rPr lang="en-GB" sz="3600" spc="-10" dirty="0">
                <a:solidFill>
                  <a:srgbClr val="FF7900"/>
                </a:solidFill>
                <a:latin typeface="Arial Black"/>
                <a:cs typeface="Arial Black"/>
              </a:rPr>
              <a:t> (Arial Black, 36)</a:t>
            </a:r>
            <a:endParaRPr sz="3600" dirty="0">
              <a:latin typeface="Arial Black"/>
              <a:cs typeface="Arial Black"/>
            </a:endParaRPr>
          </a:p>
          <a:p>
            <a:pPr marL="43815" marR="5080" algn="just">
              <a:lnSpc>
                <a:spcPct val="101099"/>
              </a:lnSpc>
              <a:spcBef>
                <a:spcPts val="1400"/>
              </a:spcBef>
            </a:pPr>
            <a:r>
              <a:rPr lang="en-MY" sz="3000" spc="-10" dirty="0">
                <a:latin typeface="Arial"/>
                <a:cs typeface="Arial"/>
              </a:rPr>
              <a:t>(Arial Regular, 30) </a:t>
            </a:r>
            <a:r>
              <a:rPr sz="3000" dirty="0">
                <a:latin typeface="Arial"/>
                <a:cs typeface="Arial"/>
              </a:rPr>
              <a:t>dolor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 err="1">
                <a:latin typeface="Arial"/>
                <a:cs typeface="Arial"/>
              </a:rPr>
              <a:t>amet</a:t>
            </a:r>
            <a:r>
              <a:rPr sz="3000" dirty="0">
                <a:latin typeface="Arial"/>
                <a:cs typeface="Arial"/>
              </a:rPr>
              <a:t>,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spc="-25" dirty="0">
                <a:latin typeface="Arial"/>
                <a:cs typeface="Arial"/>
              </a:rPr>
              <a:t>consectetuer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spc="-20" dirty="0">
                <a:latin typeface="Arial"/>
                <a:cs typeface="Arial"/>
              </a:rPr>
              <a:t>adipiscing</a:t>
            </a:r>
            <a:r>
              <a:rPr sz="3000" spc="-12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elit,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sed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diam</a:t>
            </a:r>
            <a:r>
              <a:rPr sz="3000" spc="-125" dirty="0">
                <a:latin typeface="Arial"/>
                <a:cs typeface="Arial"/>
              </a:rPr>
              <a:t> </a:t>
            </a:r>
            <a:r>
              <a:rPr sz="3000" spc="-10" dirty="0">
                <a:latin typeface="Arial"/>
                <a:cs typeface="Arial"/>
              </a:rPr>
              <a:t>nonummy </a:t>
            </a:r>
            <a:r>
              <a:rPr sz="3000" dirty="0">
                <a:latin typeface="Arial"/>
                <a:cs typeface="Arial"/>
              </a:rPr>
              <a:t>nibh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euismod</a:t>
            </a:r>
            <a:r>
              <a:rPr sz="3000" spc="3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tincidunt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ut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laoreet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dolore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magna</a:t>
            </a:r>
            <a:r>
              <a:rPr sz="3000" spc="3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aliquam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erat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volutpat.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spc="-25" dirty="0">
                <a:latin typeface="Arial"/>
                <a:cs typeface="Arial"/>
              </a:rPr>
              <a:t>Ut </a:t>
            </a:r>
            <a:r>
              <a:rPr sz="3000" dirty="0">
                <a:latin typeface="Arial"/>
                <a:cs typeface="Arial"/>
              </a:rPr>
              <a:t>wisi</a:t>
            </a:r>
            <a:r>
              <a:rPr sz="3000" spc="1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enim</a:t>
            </a:r>
            <a:r>
              <a:rPr sz="3000" spc="114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ad</a:t>
            </a:r>
            <a:r>
              <a:rPr sz="3000" spc="1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minim</a:t>
            </a:r>
            <a:r>
              <a:rPr sz="3000" spc="114" dirty="0">
                <a:latin typeface="Arial"/>
                <a:cs typeface="Arial"/>
              </a:rPr>
              <a:t> </a:t>
            </a:r>
            <a:r>
              <a:rPr sz="3000" dirty="0" err="1">
                <a:latin typeface="Arial"/>
                <a:cs typeface="Arial"/>
              </a:rPr>
              <a:t>veniam</a:t>
            </a:r>
            <a:r>
              <a:rPr lang="en-GB" sz="3000" dirty="0">
                <a:latin typeface="Arial"/>
                <a:cs typeface="Arial"/>
              </a:rPr>
              <a:t>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3" name="object 9">
            <a:extLst>
              <a:ext uri="{FF2B5EF4-FFF2-40B4-BE49-F238E27FC236}">
                <a16:creationId xmlns:a16="http://schemas.microsoft.com/office/drawing/2014/main" id="{19A2302C-AB32-B076-DBDF-0D5620E9E263}"/>
              </a:ext>
            </a:extLst>
          </p:cNvPr>
          <p:cNvSpPr txBox="1"/>
          <p:nvPr/>
        </p:nvSpPr>
        <p:spPr>
          <a:xfrm>
            <a:off x="855172" y="1343535"/>
            <a:ext cx="13327593" cy="280448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Lorem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ipsum</a:t>
            </a:r>
            <a:r>
              <a:rPr sz="3000" b="1" spc="15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dolor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spc="-20" dirty="0" err="1">
                <a:solidFill>
                  <a:srgbClr val="1D1D1B"/>
                </a:solidFill>
                <a:latin typeface="Arial"/>
                <a:cs typeface="Arial"/>
              </a:rPr>
              <a:t>amet</a:t>
            </a:r>
            <a:r>
              <a:rPr lang="en-US" sz="3000" b="1" spc="-20" dirty="0">
                <a:solidFill>
                  <a:srgbClr val="1D1D1B"/>
                </a:solidFill>
                <a:latin typeface="Arial"/>
                <a:cs typeface="Arial"/>
              </a:rPr>
              <a:t> (Arial Bold, 30)</a:t>
            </a:r>
            <a:endParaRPr sz="3000" dirty="0">
              <a:latin typeface="Arial"/>
              <a:cs typeface="Arial"/>
            </a:endParaRPr>
          </a:p>
          <a:p>
            <a:pPr marL="12700" marR="5080">
              <a:lnSpc>
                <a:spcPct val="101099"/>
              </a:lnSpc>
            </a:pPr>
            <a:r>
              <a:rPr lang="en-MY" sz="3000" spc="-10" dirty="0">
                <a:solidFill>
                  <a:srgbClr val="1D1D1B"/>
                </a:solidFill>
                <a:latin typeface="Arial"/>
                <a:cs typeface="Arial"/>
              </a:rPr>
              <a:t>(Arial Regular, 30)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amet,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5" dirty="0">
                <a:solidFill>
                  <a:srgbClr val="1D1D1B"/>
                </a:solidFill>
                <a:latin typeface="Arial"/>
                <a:cs typeface="Arial"/>
              </a:rPr>
              <a:t>consectetuer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0" dirty="0">
                <a:solidFill>
                  <a:srgbClr val="1D1D1B"/>
                </a:solidFill>
                <a:latin typeface="Arial"/>
                <a:cs typeface="Arial"/>
              </a:rPr>
              <a:t>adipiscing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elit,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sed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diam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 err="1">
                <a:solidFill>
                  <a:srgbClr val="1D1D1B"/>
                </a:solidFill>
                <a:latin typeface="Arial"/>
                <a:cs typeface="Arial"/>
              </a:rPr>
              <a:t>nonumm</a:t>
            </a:r>
            <a:r>
              <a:rPr lang="en-GB" sz="3000" spc="-10" dirty="0">
                <a:solidFill>
                  <a:srgbClr val="1D1D1B"/>
                </a:solidFill>
                <a:latin typeface="Arial"/>
                <a:cs typeface="Arial"/>
              </a:rPr>
              <a:t>y.</a:t>
            </a:r>
            <a:br>
              <a:rPr lang="en-GB" sz="3000" spc="-10" dirty="0">
                <a:solidFill>
                  <a:srgbClr val="1D1D1B"/>
                </a:solidFill>
                <a:latin typeface="Arial"/>
                <a:cs typeface="Arial"/>
              </a:rPr>
            </a:br>
            <a:endParaRPr sz="3000" dirty="0">
              <a:latin typeface="Arial"/>
              <a:cs typeface="Arial"/>
            </a:endParaRPr>
          </a:p>
          <a:p>
            <a:pPr marL="12700" marR="5080">
              <a:lnSpc>
                <a:spcPct val="101099"/>
              </a:lnSpc>
            </a:pP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Lorem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ipsum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dolor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amet,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5" dirty="0">
                <a:solidFill>
                  <a:srgbClr val="1D1D1B"/>
                </a:solidFill>
                <a:latin typeface="Arial"/>
                <a:cs typeface="Arial"/>
              </a:rPr>
              <a:t>consectetuer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0" dirty="0">
                <a:solidFill>
                  <a:srgbClr val="1D1D1B"/>
                </a:solidFill>
                <a:latin typeface="Arial"/>
                <a:cs typeface="Arial"/>
              </a:rPr>
              <a:t>adipiscing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elit,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sed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diam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nonummy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nibh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euismod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tincidunt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ut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laoreet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dolore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magna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aliquam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erat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volutpat.</a:t>
            </a:r>
            <a:endParaRPr sz="30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Ut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wisi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enim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ad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minim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veniam,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quis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nostrud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exerci.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4FF5DFBE-64AE-CCFA-F53C-D676C83F252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474953" y="10517696"/>
            <a:ext cx="462394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MY" dirty="0">
                <a:solidFill>
                  <a:srgbClr val="1500D9"/>
                </a:solidFill>
              </a:rPr>
              <a:t>7</a:t>
            </a:r>
          </a:p>
        </p:txBody>
      </p:sp>
      <p:sp>
        <p:nvSpPr>
          <p:cNvPr id="4" name="object 35">
            <a:extLst>
              <a:ext uri="{FF2B5EF4-FFF2-40B4-BE49-F238E27FC236}">
                <a16:creationId xmlns:a16="http://schemas.microsoft.com/office/drawing/2014/main" id="{9452A5FE-1422-7CD1-7A24-77C08B45F327}"/>
              </a:ext>
            </a:extLst>
          </p:cNvPr>
          <p:cNvSpPr txBox="1">
            <a:spLocks/>
          </p:cNvSpPr>
          <p:nvPr/>
        </p:nvSpPr>
        <p:spPr>
          <a:xfrm>
            <a:off x="2213492" y="361714"/>
            <a:ext cx="16755826" cy="5065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2700">
              <a:spcBef>
                <a:spcPts val="110"/>
              </a:spcBef>
            </a:pPr>
            <a:r>
              <a:rPr lang="en-MY" sz="3200" dirty="0"/>
              <a:t>Initiative Opportunities </a:t>
            </a:r>
            <a:r>
              <a:rPr lang="en-MY" sz="3200" b="1" spc="105" dirty="0">
                <a:latin typeface="Arial Black" panose="020B0604020202020204" pitchFamily="34" charset="0"/>
                <a:cs typeface="Arial Black" panose="020B0604020202020204" pitchFamily="34" charset="0"/>
              </a:rPr>
              <a:t>(Arial Black, 32, ALL CAPS/Title Case)</a:t>
            </a:r>
            <a:endParaRPr lang="en-MY" sz="3200" b="1" spc="90" dirty="0"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32149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BE7BC-E59E-C399-C335-43319E94B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8">
            <a:extLst>
              <a:ext uri="{FF2B5EF4-FFF2-40B4-BE49-F238E27FC236}">
                <a16:creationId xmlns:a16="http://schemas.microsoft.com/office/drawing/2014/main" id="{E75A656A-AA5C-9250-2F94-8402809C04C5}"/>
              </a:ext>
            </a:extLst>
          </p:cNvPr>
          <p:cNvSpPr txBox="1"/>
          <p:nvPr/>
        </p:nvSpPr>
        <p:spPr>
          <a:xfrm>
            <a:off x="855171" y="7161330"/>
            <a:ext cx="13327594" cy="2391873"/>
          </a:xfrm>
          <a:prstGeom prst="rect">
            <a:avLst/>
          </a:prstGeom>
        </p:spPr>
        <p:txBody>
          <a:bodyPr vert="horz" wrap="square" lIns="0" tIns="27051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2130"/>
              </a:spcBef>
            </a:pPr>
            <a:r>
              <a:rPr sz="3600" dirty="0">
                <a:solidFill>
                  <a:srgbClr val="FF7900"/>
                </a:solidFill>
                <a:latin typeface="Arial Black"/>
                <a:cs typeface="Arial Black"/>
              </a:rPr>
              <a:t>SLIDE</a:t>
            </a:r>
            <a:r>
              <a:rPr sz="3600" spc="240" dirty="0">
                <a:solidFill>
                  <a:srgbClr val="FF7900"/>
                </a:solidFill>
                <a:latin typeface="Arial Black"/>
                <a:cs typeface="Arial Black"/>
              </a:rPr>
              <a:t> </a:t>
            </a:r>
            <a:r>
              <a:rPr sz="3600" spc="-10" dirty="0">
                <a:solidFill>
                  <a:srgbClr val="FF7900"/>
                </a:solidFill>
                <a:latin typeface="Arial Black"/>
                <a:cs typeface="Arial Black"/>
              </a:rPr>
              <a:t>SUBTITLE</a:t>
            </a:r>
            <a:r>
              <a:rPr lang="en-GB" sz="3600" spc="-10" dirty="0">
                <a:solidFill>
                  <a:srgbClr val="FF7900"/>
                </a:solidFill>
                <a:latin typeface="Arial Black"/>
                <a:cs typeface="Arial Black"/>
              </a:rPr>
              <a:t> (Arial Black, 36)</a:t>
            </a:r>
            <a:endParaRPr sz="3600" dirty="0">
              <a:latin typeface="Arial Black"/>
              <a:cs typeface="Arial Black"/>
            </a:endParaRPr>
          </a:p>
          <a:p>
            <a:pPr marL="43815" marR="5080" algn="just">
              <a:lnSpc>
                <a:spcPct val="101099"/>
              </a:lnSpc>
              <a:spcBef>
                <a:spcPts val="1400"/>
              </a:spcBef>
            </a:pPr>
            <a:r>
              <a:rPr lang="en-MY" sz="3000" spc="-10" dirty="0">
                <a:latin typeface="Arial"/>
                <a:cs typeface="Arial"/>
              </a:rPr>
              <a:t>(Arial Regular, 30) </a:t>
            </a:r>
            <a:r>
              <a:rPr sz="3000" dirty="0">
                <a:latin typeface="Arial"/>
                <a:cs typeface="Arial"/>
              </a:rPr>
              <a:t>dolor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 err="1">
                <a:latin typeface="Arial"/>
                <a:cs typeface="Arial"/>
              </a:rPr>
              <a:t>amet</a:t>
            </a:r>
            <a:r>
              <a:rPr sz="3000" dirty="0">
                <a:latin typeface="Arial"/>
                <a:cs typeface="Arial"/>
              </a:rPr>
              <a:t>,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spc="-25" dirty="0">
                <a:latin typeface="Arial"/>
                <a:cs typeface="Arial"/>
              </a:rPr>
              <a:t>consectetuer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spc="-20" dirty="0">
                <a:latin typeface="Arial"/>
                <a:cs typeface="Arial"/>
              </a:rPr>
              <a:t>adipiscing</a:t>
            </a:r>
            <a:r>
              <a:rPr sz="3000" spc="-12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elit,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sed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diam</a:t>
            </a:r>
            <a:r>
              <a:rPr sz="3000" spc="-125" dirty="0">
                <a:latin typeface="Arial"/>
                <a:cs typeface="Arial"/>
              </a:rPr>
              <a:t> </a:t>
            </a:r>
            <a:r>
              <a:rPr sz="3000" spc="-10" dirty="0">
                <a:latin typeface="Arial"/>
                <a:cs typeface="Arial"/>
              </a:rPr>
              <a:t>nonummy </a:t>
            </a:r>
            <a:r>
              <a:rPr sz="3000" dirty="0">
                <a:latin typeface="Arial"/>
                <a:cs typeface="Arial"/>
              </a:rPr>
              <a:t>nibh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euismod</a:t>
            </a:r>
            <a:r>
              <a:rPr sz="3000" spc="3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tincidunt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ut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laoreet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dolore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magna</a:t>
            </a:r>
            <a:r>
              <a:rPr sz="3000" spc="3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aliquam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erat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volutpat.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spc="-25" dirty="0">
                <a:latin typeface="Arial"/>
                <a:cs typeface="Arial"/>
              </a:rPr>
              <a:t>Ut </a:t>
            </a:r>
            <a:r>
              <a:rPr sz="3000" dirty="0">
                <a:latin typeface="Arial"/>
                <a:cs typeface="Arial"/>
              </a:rPr>
              <a:t>wisi</a:t>
            </a:r>
            <a:r>
              <a:rPr sz="3000" spc="1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enim</a:t>
            </a:r>
            <a:r>
              <a:rPr sz="3000" spc="114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ad</a:t>
            </a:r>
            <a:r>
              <a:rPr sz="3000" spc="1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minim</a:t>
            </a:r>
            <a:r>
              <a:rPr sz="3000" spc="114" dirty="0">
                <a:latin typeface="Arial"/>
                <a:cs typeface="Arial"/>
              </a:rPr>
              <a:t> </a:t>
            </a:r>
            <a:r>
              <a:rPr sz="3000" dirty="0" err="1">
                <a:latin typeface="Arial"/>
                <a:cs typeface="Arial"/>
              </a:rPr>
              <a:t>veniam</a:t>
            </a:r>
            <a:r>
              <a:rPr lang="en-GB" sz="3000" dirty="0">
                <a:latin typeface="Arial"/>
                <a:cs typeface="Arial"/>
              </a:rPr>
              <a:t>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3" name="object 9">
            <a:extLst>
              <a:ext uri="{FF2B5EF4-FFF2-40B4-BE49-F238E27FC236}">
                <a16:creationId xmlns:a16="http://schemas.microsoft.com/office/drawing/2014/main" id="{FD1002E3-6555-8F3A-EF07-4FF0D8F91ACA}"/>
              </a:ext>
            </a:extLst>
          </p:cNvPr>
          <p:cNvSpPr txBox="1"/>
          <p:nvPr/>
        </p:nvSpPr>
        <p:spPr>
          <a:xfrm>
            <a:off x="855172" y="1343535"/>
            <a:ext cx="13327593" cy="280448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Lorem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ipsum</a:t>
            </a:r>
            <a:r>
              <a:rPr sz="3000" b="1" spc="15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dolor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spc="-20" dirty="0" err="1">
                <a:solidFill>
                  <a:srgbClr val="1D1D1B"/>
                </a:solidFill>
                <a:latin typeface="Arial"/>
                <a:cs typeface="Arial"/>
              </a:rPr>
              <a:t>amet</a:t>
            </a:r>
            <a:r>
              <a:rPr lang="en-US" sz="3000" b="1" spc="-20" dirty="0">
                <a:solidFill>
                  <a:srgbClr val="1D1D1B"/>
                </a:solidFill>
                <a:latin typeface="Arial"/>
                <a:cs typeface="Arial"/>
              </a:rPr>
              <a:t> (Arial Bold, 30)</a:t>
            </a:r>
            <a:endParaRPr sz="3000" dirty="0">
              <a:latin typeface="Arial"/>
              <a:cs typeface="Arial"/>
            </a:endParaRPr>
          </a:p>
          <a:p>
            <a:pPr marL="12700" marR="5080">
              <a:lnSpc>
                <a:spcPct val="101099"/>
              </a:lnSpc>
            </a:pPr>
            <a:r>
              <a:rPr lang="en-MY" sz="3000" spc="-10" dirty="0">
                <a:solidFill>
                  <a:srgbClr val="1D1D1B"/>
                </a:solidFill>
                <a:latin typeface="Arial"/>
                <a:cs typeface="Arial"/>
              </a:rPr>
              <a:t>(Arial Regular, 30)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amet,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5" dirty="0">
                <a:solidFill>
                  <a:srgbClr val="1D1D1B"/>
                </a:solidFill>
                <a:latin typeface="Arial"/>
                <a:cs typeface="Arial"/>
              </a:rPr>
              <a:t>consectetuer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0" dirty="0">
                <a:solidFill>
                  <a:srgbClr val="1D1D1B"/>
                </a:solidFill>
                <a:latin typeface="Arial"/>
                <a:cs typeface="Arial"/>
              </a:rPr>
              <a:t>adipiscing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elit,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sed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diam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 err="1">
                <a:solidFill>
                  <a:srgbClr val="1D1D1B"/>
                </a:solidFill>
                <a:latin typeface="Arial"/>
                <a:cs typeface="Arial"/>
              </a:rPr>
              <a:t>nonumm</a:t>
            </a:r>
            <a:r>
              <a:rPr lang="en-GB" sz="3000" spc="-10" dirty="0">
                <a:solidFill>
                  <a:srgbClr val="1D1D1B"/>
                </a:solidFill>
                <a:latin typeface="Arial"/>
                <a:cs typeface="Arial"/>
              </a:rPr>
              <a:t>y.</a:t>
            </a:r>
            <a:br>
              <a:rPr lang="en-GB" sz="3000" spc="-10" dirty="0">
                <a:solidFill>
                  <a:srgbClr val="1D1D1B"/>
                </a:solidFill>
                <a:latin typeface="Arial"/>
                <a:cs typeface="Arial"/>
              </a:rPr>
            </a:br>
            <a:endParaRPr sz="3000" dirty="0">
              <a:latin typeface="Arial"/>
              <a:cs typeface="Arial"/>
            </a:endParaRPr>
          </a:p>
          <a:p>
            <a:pPr marL="12700" marR="5080">
              <a:lnSpc>
                <a:spcPct val="101099"/>
              </a:lnSpc>
            </a:pP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Lorem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ipsum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dolor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amet,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5" dirty="0">
                <a:solidFill>
                  <a:srgbClr val="1D1D1B"/>
                </a:solidFill>
                <a:latin typeface="Arial"/>
                <a:cs typeface="Arial"/>
              </a:rPr>
              <a:t>consectetuer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0" dirty="0">
                <a:solidFill>
                  <a:srgbClr val="1D1D1B"/>
                </a:solidFill>
                <a:latin typeface="Arial"/>
                <a:cs typeface="Arial"/>
              </a:rPr>
              <a:t>adipiscing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elit,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sed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diam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nonummy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nibh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euismod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tincidunt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ut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laoreet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dolore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magna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aliquam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erat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volutpat.</a:t>
            </a:r>
            <a:endParaRPr sz="30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Ut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wisi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enim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ad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minim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veniam,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quis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nostrud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exerci.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B2E019CB-3E60-46D3-47DC-792E5A41909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474953" y="10517696"/>
            <a:ext cx="462394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MY" dirty="0">
                <a:solidFill>
                  <a:srgbClr val="1500D9"/>
                </a:solidFill>
              </a:rPr>
              <a:t>7</a:t>
            </a:r>
          </a:p>
        </p:txBody>
      </p:sp>
      <p:sp>
        <p:nvSpPr>
          <p:cNvPr id="4" name="object 35">
            <a:extLst>
              <a:ext uri="{FF2B5EF4-FFF2-40B4-BE49-F238E27FC236}">
                <a16:creationId xmlns:a16="http://schemas.microsoft.com/office/drawing/2014/main" id="{87153CBE-6F3F-07BE-DA9A-286B769BBE2A}"/>
              </a:ext>
            </a:extLst>
          </p:cNvPr>
          <p:cNvSpPr txBox="1">
            <a:spLocks/>
          </p:cNvSpPr>
          <p:nvPr/>
        </p:nvSpPr>
        <p:spPr>
          <a:xfrm>
            <a:off x="2213492" y="361714"/>
            <a:ext cx="16755826" cy="5065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2700">
              <a:spcBef>
                <a:spcPts val="110"/>
              </a:spcBef>
            </a:pPr>
            <a:r>
              <a:rPr lang="en-MY" sz="3200" dirty="0"/>
              <a:t>KPI Recommendations </a:t>
            </a:r>
            <a:r>
              <a:rPr lang="en-MY" sz="3200" b="1" spc="105" dirty="0">
                <a:latin typeface="Arial Black" panose="020B0604020202020204" pitchFamily="34" charset="0"/>
                <a:cs typeface="Arial Black" panose="020B0604020202020204" pitchFamily="34" charset="0"/>
              </a:rPr>
              <a:t>(Arial Black, 32, ALL CAPS/Title Case)</a:t>
            </a:r>
            <a:endParaRPr lang="en-MY" sz="3200" b="1" spc="90" dirty="0"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4001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6F043-A52A-6ADE-274D-B16CDEF1B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8">
            <a:extLst>
              <a:ext uri="{FF2B5EF4-FFF2-40B4-BE49-F238E27FC236}">
                <a16:creationId xmlns:a16="http://schemas.microsoft.com/office/drawing/2014/main" id="{9293F3FB-0E31-CACD-A032-35E9F3857876}"/>
              </a:ext>
            </a:extLst>
          </p:cNvPr>
          <p:cNvSpPr txBox="1"/>
          <p:nvPr/>
        </p:nvSpPr>
        <p:spPr>
          <a:xfrm>
            <a:off x="855171" y="7161330"/>
            <a:ext cx="13327594" cy="2391873"/>
          </a:xfrm>
          <a:prstGeom prst="rect">
            <a:avLst/>
          </a:prstGeom>
        </p:spPr>
        <p:txBody>
          <a:bodyPr vert="horz" wrap="square" lIns="0" tIns="27051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2130"/>
              </a:spcBef>
            </a:pPr>
            <a:r>
              <a:rPr sz="3600" dirty="0">
                <a:solidFill>
                  <a:srgbClr val="FF7900"/>
                </a:solidFill>
                <a:latin typeface="Arial Black"/>
                <a:cs typeface="Arial Black"/>
              </a:rPr>
              <a:t>SLIDE</a:t>
            </a:r>
            <a:r>
              <a:rPr sz="3600" spc="240" dirty="0">
                <a:solidFill>
                  <a:srgbClr val="FF7900"/>
                </a:solidFill>
                <a:latin typeface="Arial Black"/>
                <a:cs typeface="Arial Black"/>
              </a:rPr>
              <a:t> </a:t>
            </a:r>
            <a:r>
              <a:rPr sz="3600" spc="-10" dirty="0">
                <a:solidFill>
                  <a:srgbClr val="FF7900"/>
                </a:solidFill>
                <a:latin typeface="Arial Black"/>
                <a:cs typeface="Arial Black"/>
              </a:rPr>
              <a:t>SUBTITLE</a:t>
            </a:r>
            <a:r>
              <a:rPr lang="en-GB" sz="3600" spc="-10" dirty="0">
                <a:solidFill>
                  <a:srgbClr val="FF7900"/>
                </a:solidFill>
                <a:latin typeface="Arial Black"/>
                <a:cs typeface="Arial Black"/>
              </a:rPr>
              <a:t> (Arial Black, 36)</a:t>
            </a:r>
            <a:endParaRPr sz="3600" dirty="0">
              <a:latin typeface="Arial Black"/>
              <a:cs typeface="Arial Black"/>
            </a:endParaRPr>
          </a:p>
          <a:p>
            <a:pPr marL="43815" marR="5080" algn="just">
              <a:lnSpc>
                <a:spcPct val="101099"/>
              </a:lnSpc>
              <a:spcBef>
                <a:spcPts val="1400"/>
              </a:spcBef>
            </a:pPr>
            <a:r>
              <a:rPr lang="en-MY" sz="3000" spc="-10" dirty="0">
                <a:latin typeface="Arial"/>
                <a:cs typeface="Arial"/>
              </a:rPr>
              <a:t>(Arial Regular, 30) </a:t>
            </a:r>
            <a:r>
              <a:rPr sz="3000" dirty="0">
                <a:latin typeface="Arial"/>
                <a:cs typeface="Arial"/>
              </a:rPr>
              <a:t>dolor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 err="1">
                <a:latin typeface="Arial"/>
                <a:cs typeface="Arial"/>
              </a:rPr>
              <a:t>amet</a:t>
            </a:r>
            <a:r>
              <a:rPr sz="3000" dirty="0">
                <a:latin typeface="Arial"/>
                <a:cs typeface="Arial"/>
              </a:rPr>
              <a:t>,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spc="-25" dirty="0">
                <a:latin typeface="Arial"/>
                <a:cs typeface="Arial"/>
              </a:rPr>
              <a:t>consectetuer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spc="-20" dirty="0">
                <a:latin typeface="Arial"/>
                <a:cs typeface="Arial"/>
              </a:rPr>
              <a:t>adipiscing</a:t>
            </a:r>
            <a:r>
              <a:rPr sz="3000" spc="-12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elit,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sed</a:t>
            </a:r>
            <a:r>
              <a:rPr sz="3000" spc="-13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diam</a:t>
            </a:r>
            <a:r>
              <a:rPr sz="3000" spc="-125" dirty="0">
                <a:latin typeface="Arial"/>
                <a:cs typeface="Arial"/>
              </a:rPr>
              <a:t> </a:t>
            </a:r>
            <a:r>
              <a:rPr sz="3000" spc="-10" dirty="0">
                <a:latin typeface="Arial"/>
                <a:cs typeface="Arial"/>
              </a:rPr>
              <a:t>nonummy </a:t>
            </a:r>
            <a:r>
              <a:rPr sz="3000" dirty="0">
                <a:latin typeface="Arial"/>
                <a:cs typeface="Arial"/>
              </a:rPr>
              <a:t>nibh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euismod</a:t>
            </a:r>
            <a:r>
              <a:rPr sz="3000" spc="3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tincidunt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ut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laoreet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dolore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magna</a:t>
            </a:r>
            <a:r>
              <a:rPr sz="3000" spc="3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aliquam</a:t>
            </a:r>
            <a:r>
              <a:rPr sz="3000" spc="305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erat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volutpat.</a:t>
            </a:r>
            <a:r>
              <a:rPr sz="3000" spc="300" dirty="0">
                <a:latin typeface="Arial"/>
                <a:cs typeface="Arial"/>
              </a:rPr>
              <a:t> </a:t>
            </a:r>
            <a:r>
              <a:rPr sz="3000" spc="-25" dirty="0">
                <a:latin typeface="Arial"/>
                <a:cs typeface="Arial"/>
              </a:rPr>
              <a:t>Ut </a:t>
            </a:r>
            <a:r>
              <a:rPr sz="3000" dirty="0">
                <a:latin typeface="Arial"/>
                <a:cs typeface="Arial"/>
              </a:rPr>
              <a:t>wisi</a:t>
            </a:r>
            <a:r>
              <a:rPr sz="3000" spc="10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enim</a:t>
            </a:r>
            <a:r>
              <a:rPr sz="3000" spc="114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ad</a:t>
            </a:r>
            <a:r>
              <a:rPr sz="3000" spc="110" dirty="0">
                <a:latin typeface="Arial"/>
                <a:cs typeface="Arial"/>
              </a:rPr>
              <a:t> </a:t>
            </a:r>
            <a:r>
              <a:rPr sz="3000" dirty="0">
                <a:latin typeface="Arial"/>
                <a:cs typeface="Arial"/>
              </a:rPr>
              <a:t>minim</a:t>
            </a:r>
            <a:r>
              <a:rPr sz="3000" spc="114" dirty="0">
                <a:latin typeface="Arial"/>
                <a:cs typeface="Arial"/>
              </a:rPr>
              <a:t> </a:t>
            </a:r>
            <a:r>
              <a:rPr sz="3000" dirty="0" err="1">
                <a:latin typeface="Arial"/>
                <a:cs typeface="Arial"/>
              </a:rPr>
              <a:t>veniam</a:t>
            </a:r>
            <a:r>
              <a:rPr lang="en-GB" sz="3000" dirty="0">
                <a:latin typeface="Arial"/>
                <a:cs typeface="Arial"/>
              </a:rPr>
              <a:t>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3" name="object 9">
            <a:extLst>
              <a:ext uri="{FF2B5EF4-FFF2-40B4-BE49-F238E27FC236}">
                <a16:creationId xmlns:a16="http://schemas.microsoft.com/office/drawing/2014/main" id="{DE2159A2-9F50-CD40-5798-0227755C2CAA}"/>
              </a:ext>
            </a:extLst>
          </p:cNvPr>
          <p:cNvSpPr txBox="1"/>
          <p:nvPr/>
        </p:nvSpPr>
        <p:spPr>
          <a:xfrm>
            <a:off x="855172" y="1343535"/>
            <a:ext cx="13327593" cy="2804486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Lorem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ipsum</a:t>
            </a:r>
            <a:r>
              <a:rPr sz="3000" b="1" spc="15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dolor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b="1" spc="14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b="1" spc="-20" dirty="0" err="1">
                <a:solidFill>
                  <a:srgbClr val="1D1D1B"/>
                </a:solidFill>
                <a:latin typeface="Arial"/>
                <a:cs typeface="Arial"/>
              </a:rPr>
              <a:t>amet</a:t>
            </a:r>
            <a:r>
              <a:rPr lang="en-US" sz="3000" b="1" spc="-20" dirty="0">
                <a:solidFill>
                  <a:srgbClr val="1D1D1B"/>
                </a:solidFill>
                <a:latin typeface="Arial"/>
                <a:cs typeface="Arial"/>
              </a:rPr>
              <a:t> (Arial Bold, 30)</a:t>
            </a:r>
            <a:endParaRPr sz="3000" dirty="0">
              <a:latin typeface="Arial"/>
              <a:cs typeface="Arial"/>
            </a:endParaRPr>
          </a:p>
          <a:p>
            <a:pPr marL="12700" marR="5080">
              <a:lnSpc>
                <a:spcPct val="101099"/>
              </a:lnSpc>
            </a:pPr>
            <a:r>
              <a:rPr lang="en-MY" sz="3000" spc="-10" dirty="0">
                <a:solidFill>
                  <a:srgbClr val="1D1D1B"/>
                </a:solidFill>
                <a:latin typeface="Arial"/>
                <a:cs typeface="Arial"/>
              </a:rPr>
              <a:t>(Arial Regular, 30)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amet,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5" dirty="0">
                <a:solidFill>
                  <a:srgbClr val="1D1D1B"/>
                </a:solidFill>
                <a:latin typeface="Arial"/>
                <a:cs typeface="Arial"/>
              </a:rPr>
              <a:t>consectetuer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0" dirty="0">
                <a:solidFill>
                  <a:srgbClr val="1D1D1B"/>
                </a:solidFill>
                <a:latin typeface="Arial"/>
                <a:cs typeface="Arial"/>
              </a:rPr>
              <a:t>adipiscing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elit,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sed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diam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 err="1">
                <a:solidFill>
                  <a:srgbClr val="1D1D1B"/>
                </a:solidFill>
                <a:latin typeface="Arial"/>
                <a:cs typeface="Arial"/>
              </a:rPr>
              <a:t>nonumm</a:t>
            </a:r>
            <a:r>
              <a:rPr lang="en-GB" sz="3000" spc="-10" dirty="0">
                <a:solidFill>
                  <a:srgbClr val="1D1D1B"/>
                </a:solidFill>
                <a:latin typeface="Arial"/>
                <a:cs typeface="Arial"/>
              </a:rPr>
              <a:t>y.</a:t>
            </a:r>
            <a:br>
              <a:rPr lang="en-GB" sz="3000" spc="-10" dirty="0">
                <a:solidFill>
                  <a:srgbClr val="1D1D1B"/>
                </a:solidFill>
                <a:latin typeface="Arial"/>
                <a:cs typeface="Arial"/>
              </a:rPr>
            </a:br>
            <a:endParaRPr sz="3000" dirty="0">
              <a:latin typeface="Arial"/>
              <a:cs typeface="Arial"/>
            </a:endParaRPr>
          </a:p>
          <a:p>
            <a:pPr marL="12700" marR="5080">
              <a:lnSpc>
                <a:spcPct val="101099"/>
              </a:lnSpc>
            </a:pP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Lorem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ipsum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dolor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sit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amet,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5" dirty="0">
                <a:solidFill>
                  <a:srgbClr val="1D1D1B"/>
                </a:solidFill>
                <a:latin typeface="Arial"/>
                <a:cs typeface="Arial"/>
              </a:rPr>
              <a:t>consectetuer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20" dirty="0">
                <a:solidFill>
                  <a:srgbClr val="1D1D1B"/>
                </a:solidFill>
                <a:latin typeface="Arial"/>
                <a:cs typeface="Arial"/>
              </a:rPr>
              <a:t>adipiscing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elit,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sed</a:t>
            </a:r>
            <a:r>
              <a:rPr sz="3000" spc="-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diam</a:t>
            </a:r>
            <a:r>
              <a:rPr sz="3000" spc="-12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nonummy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nibh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euismod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tincidunt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ut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laoreet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dolore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magna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aliquam</a:t>
            </a:r>
            <a:r>
              <a:rPr sz="3000" spc="16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erat</a:t>
            </a:r>
            <a:r>
              <a:rPr sz="3000" spc="155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volutpat.</a:t>
            </a:r>
            <a:endParaRPr sz="30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Ut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wisi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enim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ad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minim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veniam,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quis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1D1D1B"/>
                </a:solidFill>
                <a:latin typeface="Arial"/>
                <a:cs typeface="Arial"/>
              </a:rPr>
              <a:t>nostrud</a:t>
            </a:r>
            <a:r>
              <a:rPr sz="3000" spc="130" dirty="0">
                <a:solidFill>
                  <a:srgbClr val="1D1D1B"/>
                </a:solidFill>
                <a:latin typeface="Arial"/>
                <a:cs typeface="Arial"/>
              </a:rPr>
              <a:t> </a:t>
            </a:r>
            <a:r>
              <a:rPr sz="3000" spc="-10" dirty="0">
                <a:solidFill>
                  <a:srgbClr val="1D1D1B"/>
                </a:solidFill>
                <a:latin typeface="Arial"/>
                <a:cs typeface="Arial"/>
              </a:rPr>
              <a:t>exerci.</a:t>
            </a:r>
            <a:endParaRPr sz="3000" dirty="0">
              <a:latin typeface="Arial"/>
              <a:cs typeface="Arial"/>
            </a:endParaRP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932B381A-B4E5-61F3-7F87-F37A5D71559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474953" y="10517696"/>
            <a:ext cx="462394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MY" dirty="0">
                <a:solidFill>
                  <a:srgbClr val="1500D9"/>
                </a:solidFill>
              </a:rPr>
              <a:t>7</a:t>
            </a:r>
          </a:p>
        </p:txBody>
      </p:sp>
      <p:sp>
        <p:nvSpPr>
          <p:cNvPr id="4" name="object 35">
            <a:extLst>
              <a:ext uri="{FF2B5EF4-FFF2-40B4-BE49-F238E27FC236}">
                <a16:creationId xmlns:a16="http://schemas.microsoft.com/office/drawing/2014/main" id="{CDAEDD40-5264-93D4-AC30-BF418A034F84}"/>
              </a:ext>
            </a:extLst>
          </p:cNvPr>
          <p:cNvSpPr txBox="1">
            <a:spLocks/>
          </p:cNvSpPr>
          <p:nvPr/>
        </p:nvSpPr>
        <p:spPr>
          <a:xfrm>
            <a:off x="2213492" y="361714"/>
            <a:ext cx="16755826" cy="5065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2700">
              <a:spcBef>
                <a:spcPts val="110"/>
              </a:spcBef>
            </a:pPr>
            <a:r>
              <a:rPr lang="en-MY" sz="3200" dirty="0"/>
              <a:t>Execution Plan &amp; Summary </a:t>
            </a:r>
            <a:r>
              <a:rPr lang="en-MY" sz="3200" b="1" spc="105" dirty="0">
                <a:latin typeface="Arial Black" panose="020B0604020202020204" pitchFamily="34" charset="0"/>
                <a:cs typeface="Arial Black" panose="020B0604020202020204" pitchFamily="34" charset="0"/>
              </a:rPr>
              <a:t>(Arial Black, 32, ALL CAPS/Title Case)</a:t>
            </a:r>
            <a:endParaRPr lang="en-MY" sz="3200" b="1" spc="90" dirty="0"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8840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3251A0DD0A77B4FA4B382702A42E782" ma:contentTypeVersion="20" ma:contentTypeDescription="Create a new document." ma:contentTypeScope="" ma:versionID="826a6b8a16673c7e2d43e661c3c2c4de">
  <xsd:schema xmlns:xsd="http://www.w3.org/2001/XMLSchema" xmlns:xs="http://www.w3.org/2001/XMLSchema" xmlns:p="http://schemas.microsoft.com/office/2006/metadata/properties" xmlns:ns2="22150af8-2c9a-450b-b521-a068fc3c92bd" xmlns:ns3="35e651f9-793f-4312-ae92-7f999fad73ab" targetNamespace="http://schemas.microsoft.com/office/2006/metadata/properties" ma:root="true" ma:fieldsID="be0a201336443f390dd15968bc518ad7" ns2:_="" ns3:_="">
    <xsd:import namespace="22150af8-2c9a-450b-b521-a068fc3c92bd"/>
    <xsd:import namespace="35e651f9-793f-4312-ae92-7f999fad73a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lcf76f155ced4ddcb4097134ff3c332f" minOccurs="0"/>
                <xsd:element ref="ns2:TaxCatchAll" minOccurs="0"/>
                <xsd:element ref="ns3:MediaServiceSearchProperties" minOccurs="0"/>
                <xsd:element ref="ns3:_x0031_0_x002e_ChapGohMei" minOccurs="0"/>
                <xsd:element ref="ns3:Number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150af8-2c9a-450b-b521-a068fc3c92b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60870f34-6c4f-49d1-a819-03ba646221d5}" ma:internalName="TaxCatchAll" ma:showField="CatchAllData" ma:web="22150af8-2c9a-450b-b521-a068fc3c92b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5e651f9-793f-4312-ae92-7f999fad73a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f47e7f3-05cb-4208-ad63-93db68b5b24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0031_0_x002e_ChapGohMei" ma:index="24" nillable="true" ma:displayName="10. Chap Goh Mei" ma:format="Dropdown" ma:internalName="_x0031_0_x002e_ChapGohMei">
      <xsd:simpleType>
        <xsd:restriction base="dms:Text">
          <xsd:maxLength value="255"/>
        </xsd:restriction>
      </xsd:simpleType>
    </xsd:element>
    <xsd:element name="Number" ma:index="25" nillable="true" ma:displayName="Number" ma:format="Dropdown" ma:internalName="Number" ma:percentage="FALSE">
      <xsd:simpleType>
        <xsd:restriction base="dms:Number"/>
      </xsd:simple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0031_0_x002e_ChapGohMei xmlns="35e651f9-793f-4312-ae92-7f999fad73ab" xsi:nil="true"/>
    <Number xmlns="35e651f9-793f-4312-ae92-7f999fad73ab" xsi:nil="true"/>
    <TaxCatchAll xmlns="22150af8-2c9a-450b-b521-a068fc3c92bd" xsi:nil="true"/>
    <lcf76f155ced4ddcb4097134ff3c332f xmlns="35e651f9-793f-4312-ae92-7f999fad73ab">
      <Terms xmlns="http://schemas.microsoft.com/office/infopath/2007/PartnerControls"/>
    </lcf76f155ced4ddcb4097134ff3c332f>
    <SharedWithUsers xmlns="22150af8-2c9a-450b-b521-a068fc3c92bd">
      <UserInfo>
        <DisplayName/>
        <AccountId xsi:nil="true"/>
        <AccountType/>
      </UserInfo>
    </SharedWithUsers>
    <MediaLengthInSeconds xmlns="35e651f9-793f-4312-ae92-7f999fad73ab" xsi:nil="true"/>
  </documentManagement>
</p:properties>
</file>

<file path=customXml/itemProps1.xml><?xml version="1.0" encoding="utf-8"?>
<ds:datastoreItem xmlns:ds="http://schemas.openxmlformats.org/officeDocument/2006/customXml" ds:itemID="{0766029B-5488-44E8-82E9-63D46611247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AA4BC76-E1EF-4E16-A7A9-437744E8D4B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2150af8-2c9a-450b-b521-a068fc3c92bd"/>
    <ds:schemaRef ds:uri="35e651f9-793f-4312-ae92-7f999fad73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FBFD6F2-3D17-43CC-9112-DD78A27F3E92}">
  <ds:schemaRefs>
    <ds:schemaRef ds:uri="http://www.w3.org/XML/1998/namespace"/>
    <ds:schemaRef ds:uri="http://purl.org/dc/terms/"/>
    <ds:schemaRef ds:uri="35e651f9-793f-4312-ae92-7f999fad73ab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22150af8-2c9a-450b-b521-a068fc3c92bd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10282</TotalTime>
  <Words>710</Words>
  <Application>Microsoft Office PowerPoint</Application>
  <PresentationFormat>Custom</PresentationFormat>
  <Paragraphs>86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Arial Black</vt:lpstr>
      <vt:lpstr>Calibri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Riyren Lam</dc:creator>
  <cp:lastModifiedBy>Nurfarah Fa'iqah Binti Daud</cp:lastModifiedBy>
  <cp:revision>106</cp:revision>
  <dcterms:created xsi:type="dcterms:W3CDTF">2022-08-23T07:05:45Z</dcterms:created>
  <dcterms:modified xsi:type="dcterms:W3CDTF">2026-03-10T17:01:58Z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2022-08-18T00:00:00Z</vt:filetime>
  </property>
  <property fmtid="{D5CDD505-2E9C-101B-9397-08002B2CF9AE}" pid="3" name="Creator">
    <vt:lpwstr>Adobe Illustrator 26.3 (Macintosh)</vt:lpwstr>
  </property>
  <property fmtid="{D5CDD505-2E9C-101B-9397-08002B2CF9AE}" pid="4" name="LastSaved">
    <vt:filetime>2022-08-23T00:00:00Z</vt:filetime>
  </property>
  <property fmtid="{D5CDD505-2E9C-101B-9397-08002B2CF9AE}" pid="5" name="Producer">
    <vt:lpwstr>Adobe PDF library 16.07</vt:lpwstr>
  </property>
  <property fmtid="{D5CDD505-2E9C-101B-9397-08002B2CF9AE}" pid="6" name="ContentTypeId">
    <vt:lpwstr>0x01010063251A0DD0A77B4FA4B382702A42E782</vt:lpwstr>
  </property>
  <property fmtid="{D5CDD505-2E9C-101B-9397-08002B2CF9AE}" pid="7" name="Order">
    <vt:r8>675200</vt:r8>
  </property>
  <property fmtid="{D5CDD505-2E9C-101B-9397-08002B2CF9AE}" pid="8" name="_SourceUrl">
    <vt:lpwstr/>
  </property>
  <property fmtid="{D5CDD505-2E9C-101B-9397-08002B2CF9AE}" pid="9" name="_SharedFileIndex">
    <vt:lpwstr/>
  </property>
  <property fmtid="{D5CDD505-2E9C-101B-9397-08002B2CF9AE}" pid="10" name="_ColorHex">
    <vt:lpwstr/>
  </property>
  <property fmtid="{D5CDD505-2E9C-101B-9397-08002B2CF9AE}" pid="11" name="_Emoji">
    <vt:lpwstr/>
  </property>
  <property fmtid="{D5CDD505-2E9C-101B-9397-08002B2CF9AE}" pid="12" name="ComplianceAssetId">
    <vt:lpwstr/>
  </property>
  <property fmtid="{D5CDD505-2E9C-101B-9397-08002B2CF9AE}" pid="13" name="_ExtendedDescription">
    <vt:lpwstr/>
  </property>
  <property fmtid="{D5CDD505-2E9C-101B-9397-08002B2CF9AE}" pid="14" name="_ColorTag">
    <vt:lpwstr/>
  </property>
  <property fmtid="{D5CDD505-2E9C-101B-9397-08002B2CF9AE}" pid="15" name="TriggerFlowInfo">
    <vt:lpwstr/>
  </property>
</Properties>
</file>